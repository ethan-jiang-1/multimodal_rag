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6"/>
  </p:notesMasterIdLst>
  <p:handoutMasterIdLst>
    <p:handoutMasterId r:id="rId7"/>
  </p:handoutMasterIdLst>
  <p:sldIdLst>
    <p:sldId id="395" r:id="rId2"/>
    <p:sldId id="783" r:id="rId3"/>
    <p:sldId id="790" r:id="rId4"/>
    <p:sldId id="262" r:id="rId5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u Xuping" initials="ZX" lastIdx="16" clrIdx="0">
    <p:extLst>
      <p:ext uri="{19B8F6BF-5375-455C-9EA6-DF929625EA0E}">
        <p15:presenceInfo xmlns:p15="http://schemas.microsoft.com/office/powerpoint/2012/main" userId="8420583408a92e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AC6"/>
    <a:srgbClr val="0066CC"/>
    <a:srgbClr val="000004"/>
    <a:srgbClr val="FF6600"/>
    <a:srgbClr val="FFFF66"/>
    <a:srgbClr val="206BA4"/>
    <a:srgbClr val="000015"/>
    <a:srgbClr val="EAEAEA"/>
    <a:srgbClr val="000028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3995" autoAdjust="0"/>
  </p:normalViewPr>
  <p:slideViewPr>
    <p:cSldViewPr snapToGrid="0">
      <p:cViewPr varScale="1">
        <p:scale>
          <a:sx n="100" d="100"/>
          <a:sy n="100" d="100"/>
        </p:scale>
        <p:origin x="90" y="2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EA758-75C1-4D1C-BA9A-9A87C372C5AF}" type="datetimeFigureOut">
              <a:rPr lang="zh-CN" altLang="en-US" smtClean="0"/>
              <a:t>2024/7/19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50E2-B35D-4C68-85BF-EF221F4F2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0773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9D830-C243-41DE-945D-AE453AA0088C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07F3F-3F86-4A1C-B5E2-35FB4178BB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8410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579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7108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极简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 flipH="1">
            <a:off x="7997371" y="0"/>
            <a:ext cx="1354067" cy="6858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简约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 userDrawn="1"/>
        </p:nvSpPr>
        <p:spPr bwMode="auto">
          <a:xfrm>
            <a:off x="-67573" y="0"/>
            <a:ext cx="9417949" cy="6869340"/>
          </a:xfrm>
          <a:custGeom>
            <a:avLst/>
            <a:gdLst>
              <a:gd name="connsiteX0" fmla="*/ 0 w 10813141"/>
              <a:gd name="connsiteY0" fmla="*/ 6858000 h 6858000"/>
              <a:gd name="connsiteX1" fmla="*/ 1395192 w 10813141"/>
              <a:gd name="connsiteY1" fmla="*/ 0 h 6858000"/>
              <a:gd name="connsiteX2" fmla="*/ 10813141 w 10813141"/>
              <a:gd name="connsiteY2" fmla="*/ 0 h 6858000"/>
              <a:gd name="connsiteX3" fmla="*/ 9417949 w 10813141"/>
              <a:gd name="connsiteY3" fmla="*/ 6858000 h 6858000"/>
              <a:gd name="connsiteX4" fmla="*/ 0 w 10813141"/>
              <a:gd name="connsiteY4" fmla="*/ 6858000 h 6858000"/>
              <a:gd name="connsiteX0" fmla="*/ 0 w 9452490"/>
              <a:gd name="connsiteY0" fmla="*/ 6846660 h 6858000"/>
              <a:gd name="connsiteX1" fmla="*/ 34541 w 9452490"/>
              <a:gd name="connsiteY1" fmla="*/ 0 h 6858000"/>
              <a:gd name="connsiteX2" fmla="*/ 9452490 w 9452490"/>
              <a:gd name="connsiteY2" fmla="*/ 0 h 6858000"/>
              <a:gd name="connsiteX3" fmla="*/ 8057298 w 9452490"/>
              <a:gd name="connsiteY3" fmla="*/ 6858000 h 6858000"/>
              <a:gd name="connsiteX4" fmla="*/ 0 w 9452490"/>
              <a:gd name="connsiteY4" fmla="*/ 6846660 h 6858000"/>
              <a:gd name="connsiteX0" fmla="*/ 328300 w 9417949"/>
              <a:gd name="connsiteY0" fmla="*/ 6846660 h 6858000"/>
              <a:gd name="connsiteX1" fmla="*/ 0 w 9417949"/>
              <a:gd name="connsiteY1" fmla="*/ 0 h 6858000"/>
              <a:gd name="connsiteX2" fmla="*/ 9417949 w 9417949"/>
              <a:gd name="connsiteY2" fmla="*/ 0 h 6858000"/>
              <a:gd name="connsiteX3" fmla="*/ 8022757 w 9417949"/>
              <a:gd name="connsiteY3" fmla="*/ 6858000 h 6858000"/>
              <a:gd name="connsiteX4" fmla="*/ 328300 w 9417949"/>
              <a:gd name="connsiteY4" fmla="*/ 6846660 h 6858000"/>
              <a:gd name="connsiteX0" fmla="*/ 56170 w 9417949"/>
              <a:gd name="connsiteY0" fmla="*/ 6869340 h 6869340"/>
              <a:gd name="connsiteX1" fmla="*/ 0 w 9417949"/>
              <a:gd name="connsiteY1" fmla="*/ 0 h 6869340"/>
              <a:gd name="connsiteX2" fmla="*/ 9417949 w 9417949"/>
              <a:gd name="connsiteY2" fmla="*/ 0 h 6869340"/>
              <a:gd name="connsiteX3" fmla="*/ 8022757 w 9417949"/>
              <a:gd name="connsiteY3" fmla="*/ 6858000 h 6869340"/>
              <a:gd name="connsiteX4" fmla="*/ 56170 w 9417949"/>
              <a:gd name="connsiteY4" fmla="*/ 6869340 h 686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17949" h="6869340">
                <a:moveTo>
                  <a:pt x="56170" y="6869340"/>
                </a:moveTo>
                <a:lnTo>
                  <a:pt x="0" y="0"/>
                </a:lnTo>
                <a:lnTo>
                  <a:pt x="9417949" y="0"/>
                </a:lnTo>
                <a:lnTo>
                  <a:pt x="8022757" y="6858000"/>
                </a:lnTo>
                <a:lnTo>
                  <a:pt x="56170" y="686934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49">
              <a:solidFill>
                <a:prstClr val="white"/>
              </a:solidFill>
            </a:endParaRPr>
          </a:p>
        </p:txBody>
      </p:sp>
      <p:sp>
        <p:nvSpPr>
          <p:cNvPr id="3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itchFamily="34" charset="0"/>
            </a:endParaRPr>
          </a:p>
        </p:txBody>
      </p:sp>
      <p:sp>
        <p:nvSpPr>
          <p:cNvPr id="32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33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34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6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商务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22261" y="1821059"/>
            <a:ext cx="10710995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" fmla="*/ 0 w 10710995"/>
              <a:gd name="connsiteY0" fmla="*/ 3240829 h 3252170"/>
              <a:gd name="connsiteX1" fmla="*/ 7991 w 10710995"/>
              <a:gd name="connsiteY1" fmla="*/ 0 h 3252170"/>
              <a:gd name="connsiteX2" fmla="*/ 10710995 w 10710995"/>
              <a:gd name="connsiteY2" fmla="*/ 0 h 3252170"/>
              <a:gd name="connsiteX3" fmla="*/ 9897953 w 10710995"/>
              <a:gd name="connsiteY3" fmla="*/ 3252170 h 3252170"/>
              <a:gd name="connsiteX4" fmla="*/ 0 w 10710995"/>
              <a:gd name="connsiteY4" fmla="*/ 3240829 h 325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0995" h="3252170">
                <a:moveTo>
                  <a:pt x="0" y="3240829"/>
                </a:moveTo>
                <a:cubicBezTo>
                  <a:pt x="2664" y="2160553"/>
                  <a:pt x="5327" y="1080276"/>
                  <a:pt x="7991" y="0"/>
                </a:cubicBezTo>
                <a:lnTo>
                  <a:pt x="10710995" y="0"/>
                </a:lnTo>
                <a:lnTo>
                  <a:pt x="9897953" y="3252170"/>
                </a:lnTo>
                <a:lnTo>
                  <a:pt x="0" y="3240829"/>
                </a:lnTo>
                <a:close/>
              </a:path>
            </a:pathLst>
          </a:custGeom>
          <a:solidFill>
            <a:srgbClr val="D1D2D4">
              <a:alpha val="7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49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86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" fmla="*/ 3348 w 10703004"/>
              <a:gd name="connsiteY0" fmla="*/ 3263510 h 3263510"/>
              <a:gd name="connsiteX1" fmla="*/ 0 w 10703004"/>
              <a:gd name="connsiteY1" fmla="*/ 0 h 3263510"/>
              <a:gd name="connsiteX2" fmla="*/ 10703004 w 10703004"/>
              <a:gd name="connsiteY2" fmla="*/ 0 h 3263510"/>
              <a:gd name="connsiteX3" fmla="*/ 9889962 w 10703004"/>
              <a:gd name="connsiteY3" fmla="*/ 3252170 h 3263510"/>
              <a:gd name="connsiteX4" fmla="*/ 3348 w 10703004"/>
              <a:gd name="connsiteY4" fmla="*/ 3263510 h 326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49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45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" fmla="*/ 14686 w 10703004"/>
              <a:gd name="connsiteY0" fmla="*/ 3252170 h 3252170"/>
              <a:gd name="connsiteX1" fmla="*/ 0 w 10703004"/>
              <a:gd name="connsiteY1" fmla="*/ 0 h 3252170"/>
              <a:gd name="connsiteX2" fmla="*/ 10703004 w 10703004"/>
              <a:gd name="connsiteY2" fmla="*/ 0 h 3252170"/>
              <a:gd name="connsiteX3" fmla="*/ 9889962 w 10703004"/>
              <a:gd name="connsiteY3" fmla="*/ 3252170 h 3252170"/>
              <a:gd name="connsiteX4" fmla="*/ 14686 w 10703004"/>
              <a:gd name="connsiteY4" fmla="*/ 3252170 h 325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03004" h="3252170">
                <a:moveTo>
                  <a:pt x="14686" y="3252170"/>
                </a:moveTo>
                <a:cubicBezTo>
                  <a:pt x="9791" y="2168113"/>
                  <a:pt x="4895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14686" y="325217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49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© 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1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" fmla="*/ 3347 w 10703004"/>
              <a:gd name="connsiteY0" fmla="*/ 3252170 h 3252170"/>
              <a:gd name="connsiteX1" fmla="*/ 0 w 10703004"/>
              <a:gd name="connsiteY1" fmla="*/ 0 h 3252170"/>
              <a:gd name="connsiteX2" fmla="*/ 10703004 w 10703004"/>
              <a:gd name="connsiteY2" fmla="*/ 0 h 3252170"/>
              <a:gd name="connsiteX3" fmla="*/ 9889962 w 10703004"/>
              <a:gd name="connsiteY3" fmla="*/ 3252170 h 3252170"/>
              <a:gd name="connsiteX4" fmla="*/ 3347 w 10703004"/>
              <a:gd name="connsiteY4" fmla="*/ 3252170 h 325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03004" h="3252170">
                <a:moveTo>
                  <a:pt x="3347" y="3252170"/>
                </a:moveTo>
                <a:cubicBezTo>
                  <a:pt x="2231" y="2168113"/>
                  <a:pt x="1116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3347" y="3252170"/>
                </a:ln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49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93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598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pPr algn="l">
                <a:defRPr/>
              </a:p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9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pPr algn="l">
                <a:defRPr/>
              </a:p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7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pPr algn="l">
                <a:defRPr/>
              </a:p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pPr algn="l">
                <a:defRPr/>
              </a:p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平行四边形 27"/>
          <p:cNvSpPr/>
          <p:nvPr userDrawn="1"/>
        </p:nvSpPr>
        <p:spPr>
          <a:xfrm>
            <a:off x="2109643" y="580959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0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2415676" y="5725140"/>
            <a:ext cx="9021104" cy="361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pPr algn="l">
                <a:defRPr/>
              </a:p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96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57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" fmla="*/ 3348 w 10703004"/>
              <a:gd name="connsiteY0" fmla="*/ 3263510 h 3263510"/>
              <a:gd name="connsiteX1" fmla="*/ 0 w 10703004"/>
              <a:gd name="connsiteY1" fmla="*/ 0 h 3263510"/>
              <a:gd name="connsiteX2" fmla="*/ 10703004 w 10703004"/>
              <a:gd name="connsiteY2" fmla="*/ 0 h 3263510"/>
              <a:gd name="connsiteX3" fmla="*/ 9889962 w 10703004"/>
              <a:gd name="connsiteY3" fmla="*/ 3252170 h 3263510"/>
              <a:gd name="connsiteX4" fmla="*/ 3348 w 10703004"/>
              <a:gd name="connsiteY4" fmla="*/ 3263510 h 326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49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45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5981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228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57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" fmla="*/ 3348 w 10703004"/>
              <a:gd name="connsiteY0" fmla="*/ 3263510 h 3263510"/>
              <a:gd name="connsiteX1" fmla="*/ 0 w 10703004"/>
              <a:gd name="connsiteY1" fmla="*/ 0 h 3263510"/>
              <a:gd name="connsiteX2" fmla="*/ 10703004 w 10703004"/>
              <a:gd name="connsiteY2" fmla="*/ 0 h 3263510"/>
              <a:gd name="connsiteX3" fmla="*/ 9889962 w 10703004"/>
              <a:gd name="connsiteY3" fmla="*/ 3252170 h 3263510"/>
              <a:gd name="connsiteX4" fmla="*/ 3348 w 10703004"/>
              <a:gd name="connsiteY4" fmla="*/ 3263510 h 326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49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457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5981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228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57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04875" y="1037287"/>
            <a:ext cx="10382250" cy="4885678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 baseline="0"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  <a:lvl2pPr>
              <a:defRPr b="0" i="0" baseline="0">
                <a:latin typeface="Microsoft YaHei Light" charset="-122"/>
                <a:ea typeface="Microsoft YaHei Light" charset="-122"/>
                <a:cs typeface="Microsoft YaHei Light" charset="-122"/>
              </a:defRPr>
            </a:lvl2pPr>
            <a:lvl3pPr>
              <a:defRPr b="0" i="0" baseline="0">
                <a:latin typeface="Microsoft YaHei Light" charset="-122"/>
                <a:ea typeface="Microsoft YaHei Light" charset="-122"/>
                <a:cs typeface="Microsoft YaHei Light" charset="-122"/>
              </a:defRPr>
            </a:lvl3pPr>
            <a:lvl4pPr>
              <a:defRPr b="0" i="0" baseline="0">
                <a:latin typeface="Microsoft YaHei Light" charset="-122"/>
                <a:ea typeface="Microsoft YaHei Light" charset="-122"/>
                <a:cs typeface="Microsoft YaHei Light" charset="-122"/>
              </a:defRPr>
            </a:lvl4pPr>
            <a:lvl5pPr>
              <a:defRPr b="0" i="0" baseline="0">
                <a:latin typeface="Microsoft YaHei Light" charset="-122"/>
                <a:ea typeface="Microsoft YaHei Light" charset="-122"/>
                <a:cs typeface="Microsoft YaHei Light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4875" y="485180"/>
            <a:ext cx="10382250" cy="34933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b="0" i="0" baseline="0">
                <a:solidFill>
                  <a:srgbClr val="016AAE"/>
                </a:solidFill>
                <a:latin typeface="Microsoft YaHei Light" charset="-122"/>
                <a:ea typeface="Microsoft YaHei Light" charset="-122"/>
                <a:cs typeface="Microsoft YaHei Light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8" name="组 7"/>
          <p:cNvGrpSpPr/>
          <p:nvPr userDrawn="1"/>
        </p:nvGrpSpPr>
        <p:grpSpPr>
          <a:xfrm>
            <a:off x="560686" y="604926"/>
            <a:ext cx="197930" cy="110949"/>
            <a:chOff x="456330" y="605220"/>
            <a:chExt cx="197930" cy="110949"/>
          </a:xfrm>
        </p:grpSpPr>
        <p:grpSp>
          <p:nvGrpSpPr>
            <p:cNvPr id="9" name="组 8"/>
            <p:cNvGrpSpPr/>
            <p:nvPr/>
          </p:nvGrpSpPr>
          <p:grpSpPr>
            <a:xfrm rot="2700000">
              <a:off x="456330" y="605220"/>
              <a:ext cx="110948" cy="110948"/>
              <a:chOff x="2178050" y="479425"/>
              <a:chExt cx="193675" cy="193675"/>
            </a:xfrm>
          </p:grpSpPr>
          <p:cxnSp>
            <p:nvCxnSpPr>
              <p:cNvPr id="13" name="直线连接符 12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线连接符 13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" name="组 9"/>
            <p:cNvGrpSpPr/>
            <p:nvPr/>
          </p:nvGrpSpPr>
          <p:grpSpPr>
            <a:xfrm rot="2700000">
              <a:off x="543312" y="605221"/>
              <a:ext cx="110948" cy="110948"/>
              <a:chOff x="2178050" y="479425"/>
              <a:chExt cx="193675" cy="193675"/>
            </a:xfrm>
          </p:grpSpPr>
          <p:cxnSp>
            <p:nvCxnSpPr>
              <p:cNvPr id="11" name="直线连接符 10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线连接符 11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361176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AcnFootnote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163" indent="-53816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14375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77888" indent="-1635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066800" indent="-1889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243013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700213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157413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614613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071813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zh-CN" altLang="zh-CN" sz="1000" b="0">
                <a:latin typeface="Arial" pitchFamily="34" charset="0"/>
                <a:ea typeface="宋体" pitchFamily="2" charset="-122"/>
              </a:rPr>
              <a:t>*	Footnote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zh-CN" altLang="zh-CN" sz="1000" b="0">
                <a:latin typeface="Arial" pitchFamily="34" charset="0"/>
                <a:ea typeface="宋体" pitchFamily="2" charset="-122"/>
              </a:rPr>
              <a:t>Source:	Source</a:t>
            </a:r>
          </a:p>
        </p:txBody>
      </p:sp>
      <p:sp>
        <p:nvSpPr>
          <p:cNvPr id="1035" name="AcnRoadmap_ID_1121" hidden="1"/>
          <p:cNvSpPr txBox="1">
            <a:spLocks noChangeArrowheads="1"/>
          </p:cNvSpPr>
          <p:nvPr/>
        </p:nvSpPr>
        <p:spPr bwMode="auto">
          <a:xfrm>
            <a:off x="6364820" y="88900"/>
            <a:ext cx="5581649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77800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342900" indent="-1635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533400" indent="-1889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711200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1684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6256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0828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5400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zh-CN" altLang="zh-CN" sz="1200" i="1">
                <a:solidFill>
                  <a:schemeClr val="bg1"/>
                </a:solidFill>
                <a:latin typeface="Arial" pitchFamily="34" charset="0"/>
                <a:ea typeface="宋体" pitchFamily="2" charset="-122"/>
              </a:rPr>
              <a:t>Roadmap</a:t>
            </a:r>
          </a:p>
        </p:txBody>
      </p:sp>
      <p:sp>
        <p:nvSpPr>
          <p:cNvPr id="1036" name="AcnSubjectTitle_ID_1124" hidden="1"/>
          <p:cNvSpPr txBox="1">
            <a:spLocks noChangeArrowheads="1"/>
          </p:cNvSpPr>
          <p:nvPr/>
        </p:nvSpPr>
        <p:spPr bwMode="auto">
          <a:xfrm>
            <a:off x="239184" y="1420816"/>
            <a:ext cx="931333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77800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342900" indent="-1635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533400" indent="-1889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711200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1684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6256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0828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5400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itchFamily="2" charset="2"/>
              <a:buNone/>
              <a:defRPr/>
            </a:pPr>
            <a:r>
              <a:rPr lang="zh-CN" altLang="zh-CN" sz="1600">
                <a:latin typeface="Arial" pitchFamily="34" charset="0"/>
                <a:ea typeface="宋体" pitchFamily="2" charset="-122"/>
              </a:rPr>
              <a:t>Subject Title</a:t>
            </a:r>
          </a:p>
        </p:txBody>
      </p:sp>
      <p:sp>
        <p:nvSpPr>
          <p:cNvPr id="1037" name="AcnUnitofMeasure_ID_1125" hidden="1"/>
          <p:cNvSpPr txBox="1">
            <a:spLocks noChangeArrowheads="1"/>
          </p:cNvSpPr>
          <p:nvPr/>
        </p:nvSpPr>
        <p:spPr bwMode="auto">
          <a:xfrm>
            <a:off x="239184" y="1697038"/>
            <a:ext cx="9313333" cy="21431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77800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342900" indent="-1635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533400" indent="-1889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711200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1684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16256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0828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2540000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itchFamily="2" charset="2"/>
              <a:buNone/>
              <a:defRPr/>
            </a:pPr>
            <a:r>
              <a:rPr lang="zh-CN" altLang="zh-CN" sz="1400" b="0">
                <a:latin typeface="Arial" pitchFamily="34" charset="0"/>
                <a:ea typeface="宋体" pitchFamily="2" charset="-122"/>
              </a:rPr>
              <a:t>Unit of Measure</a:t>
            </a:r>
          </a:p>
        </p:txBody>
      </p:sp>
      <p:sp>
        <p:nvSpPr>
          <p:cNvPr id="2" name="AcnStamp_ID_1126" hidden="1"/>
          <p:cNvSpPr>
            <a:spLocks noChangeArrowheads="1"/>
          </p:cNvSpPr>
          <p:nvPr/>
        </p:nvSpPr>
        <p:spPr bwMode="auto">
          <a:xfrm>
            <a:off x="10542750" y="1411288"/>
            <a:ext cx="1403718" cy="26674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25400" rIns="0" bIns="25400">
            <a:spAutoFit/>
          </a:bodyPr>
          <a:lstStyle/>
          <a:p>
            <a:pPr algn="r">
              <a:buSzPct val="100000"/>
              <a:buFont typeface="Wingdings" pitchFamily="2" charset="2"/>
              <a:buNone/>
              <a:defRPr/>
            </a:pPr>
            <a:r>
              <a:rPr lang="zh-CN" altLang="zh-CN" sz="1400"/>
              <a:t>MASTER STAMP</a:t>
            </a:r>
          </a:p>
        </p:txBody>
      </p:sp>
      <p:cxnSp>
        <p:nvCxnSpPr>
          <p:cNvPr id="3" name="AcnStpConnector_ID_1127" hidden="1"/>
          <p:cNvCxnSpPr>
            <a:cxnSpLocks noChangeShapeType="1"/>
          </p:cNvCxnSpPr>
          <p:nvPr/>
        </p:nvCxnSpPr>
        <p:spPr bwMode="auto">
          <a:xfrm>
            <a:off x="10049935" y="1411288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4" name="AcnStpConnector_ID_1128" hidden="1"/>
          <p:cNvCxnSpPr>
            <a:cxnSpLocks noChangeShapeType="1"/>
          </p:cNvCxnSpPr>
          <p:nvPr/>
        </p:nvCxnSpPr>
        <p:spPr bwMode="auto">
          <a:xfrm>
            <a:off x="10049935" y="1676400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041" name="AcnFootnote_ID_1129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163" indent="-53816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14375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77888" indent="-1635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066800" indent="-1889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243013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1700213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157413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2614613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071813" indent="-1762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itchFamily="2" charset="2"/>
              <a:buNone/>
              <a:defRPr/>
            </a:pPr>
            <a:r>
              <a:rPr lang="zh-CN" altLang="zh-CN" sz="1000" b="0">
                <a:latin typeface="Arial" pitchFamily="34" charset="0"/>
                <a:ea typeface="宋体" pitchFamily="2" charset="-122"/>
              </a:rPr>
              <a:t>*	Footnote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buFont typeface="Wingdings" pitchFamily="2" charset="2"/>
              <a:buNone/>
              <a:defRPr/>
            </a:pPr>
            <a:r>
              <a:rPr lang="zh-CN" altLang="zh-CN" sz="1000" b="0">
                <a:latin typeface="Arial" pitchFamily="34" charset="0"/>
                <a:ea typeface="宋体" pitchFamily="2" charset="-122"/>
              </a:rPr>
              <a:t>Source:	Source</a:t>
            </a:r>
          </a:p>
        </p:txBody>
      </p:sp>
      <p:sp>
        <p:nvSpPr>
          <p:cNvPr id="33" name="Title Placeholder 32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8" name="平行四边形 17"/>
          <p:cNvSpPr/>
          <p:nvPr/>
        </p:nvSpPr>
        <p:spPr>
          <a:xfrm>
            <a:off x="551384" y="507788"/>
            <a:ext cx="167277" cy="29686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863564" y="1246173"/>
            <a:ext cx="11094677" cy="4930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" name="Rectangle 8"/>
          <p:cNvSpPr txBox="1">
            <a:spLocks noChangeArrowheads="1"/>
          </p:cNvSpPr>
          <p:nvPr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pPr algn="l">
                <a:defRPr/>
              </a:p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9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7" r:id="rId2"/>
    <p:sldLayoutId id="2147483670" r:id="rId3"/>
    <p:sldLayoutId id="2147483675" r:id="rId4"/>
    <p:sldLayoutId id="2147483676" r:id="rId5"/>
    <p:sldLayoutId id="2147483677" r:id="rId6"/>
    <p:sldLayoutId id="2147483665" r:id="rId7"/>
    <p:sldLayoutId id="2147483671" r:id="rId8"/>
    <p:sldLayoutId id="2147483681" r:id="rId9"/>
    <p:sldLayoutId id="2147483680" r:id="rId10"/>
    <p:sldLayoutId id="2147483679" r:id="rId11"/>
    <p:sldLayoutId id="2147483678" r:id="rId12"/>
    <p:sldLayoutId id="2147483663" r:id="rId13"/>
    <p:sldLayoutId id="2147483696" r:id="rId14"/>
    <p:sldLayoutId id="2147483697" r:id="rId15"/>
    <p:sldLayoutId id="2147483698" r:id="rId16"/>
    <p:sldLayoutId id="2147483699" r:id="rId17"/>
    <p:sldLayoutId id="2147483760" r:id="rId18"/>
    <p:sldLayoutId id="2147483761" r:id="rId19"/>
    <p:sldLayoutId id="2147483762" r:id="rId20"/>
    <p:sldLayoutId id="2147483763" r:id="rId21"/>
    <p:sldLayoutId id="2147483766" r:id="rId2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266700" indent="-265113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itchFamily="2" charset="2"/>
        <a:buChar char="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2pPr>
      <a:lvl3pPr marL="627063" indent="-2889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itchFamily="2" charset="2"/>
        <a:buChar char=""/>
        <a:defRPr sz="18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3pPr>
      <a:lvl4pPr marL="985838" indent="-296863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4pPr>
      <a:lvl5pPr marL="1252538" indent="-2254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5pPr>
      <a:lvl6pPr marL="1168400" indent="-1762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itchFamily="34" charset="0"/>
        <a:buChar char="-"/>
        <a:defRPr sz="1400">
          <a:solidFill>
            <a:schemeClr val="tx1"/>
          </a:solidFill>
          <a:latin typeface="+mn-lt"/>
        </a:defRPr>
      </a:lvl6pPr>
      <a:lvl7pPr marL="1625600" indent="-1762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itchFamily="34" charset="0"/>
        <a:buChar char="-"/>
        <a:defRPr sz="1400">
          <a:solidFill>
            <a:schemeClr val="tx1"/>
          </a:solidFill>
          <a:latin typeface="+mn-lt"/>
        </a:defRPr>
      </a:lvl7pPr>
      <a:lvl8pPr marL="2082800" indent="-1762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itchFamily="34" charset="0"/>
        <a:buChar char="-"/>
        <a:defRPr sz="1400">
          <a:solidFill>
            <a:schemeClr val="tx1"/>
          </a:solidFill>
          <a:latin typeface="+mn-lt"/>
        </a:defRPr>
      </a:lvl8pPr>
      <a:lvl9pPr marL="2540000" indent="-1762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itchFamily="34" charset="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余健       </a:t>
            </a:r>
            <a:r>
              <a:rPr lang="en-US" altLang="zh-CN" dirty="0"/>
              <a:t>2023-08-22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ctrTitle" sz="quarter"/>
          </p:nvPr>
        </p:nvSpPr>
        <p:spPr>
          <a:xfrm>
            <a:off x="1045901" y="1981416"/>
            <a:ext cx="11001719" cy="1285883"/>
          </a:xfrm>
        </p:spPr>
        <p:txBody>
          <a:bodyPr/>
          <a:lstStyle/>
          <a:p>
            <a:r>
              <a:rPr lang="zh-CN" altLang="en-US" dirty="0"/>
              <a:t>前后排座椅</a:t>
            </a:r>
            <a:r>
              <a:rPr lang="en-US" altLang="zh-CN" dirty="0"/>
              <a:t>H</a:t>
            </a:r>
            <a:r>
              <a:rPr lang="zh-CN" altLang="en-US" dirty="0"/>
              <a:t>点距离要求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8458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pc="200" dirty="0">
                <a:solidFill>
                  <a:srgbClr val="2683C6"/>
                </a:solidFill>
              </a:rPr>
              <a:t>目录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B4DA4-C133-43D0-A81F-0A81B31BC545}"/>
              </a:ext>
            </a:extLst>
          </p:cNvPr>
          <p:cNvSpPr txBox="1"/>
          <p:nvPr/>
        </p:nvSpPr>
        <p:spPr>
          <a:xfrm>
            <a:off x="1323473" y="1363579"/>
            <a:ext cx="5287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3200" spc="200" dirty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前后排座椅</a:t>
            </a:r>
            <a:r>
              <a:rPr lang="en-US" altLang="zh-CN" sz="3200" spc="200" dirty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H</a:t>
            </a:r>
            <a:r>
              <a:rPr lang="zh-CN" altLang="en-US" sz="3200" spc="200" dirty="0">
                <a:solidFill>
                  <a:srgbClr val="2683C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rPr>
              <a:t>点距离要求</a:t>
            </a:r>
            <a:endParaRPr lang="en-US" altLang="zh-CN" sz="3200" spc="200" dirty="0">
              <a:solidFill>
                <a:srgbClr val="2683C6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158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200" dirty="0">
                <a:solidFill>
                  <a:srgbClr val="2683C6"/>
                </a:solidFill>
              </a:rPr>
              <a:t>内容</a:t>
            </a:r>
            <a:r>
              <a:rPr lang="en-US" altLang="zh-CN" spc="200" dirty="0">
                <a:solidFill>
                  <a:srgbClr val="2683C6"/>
                </a:solidFill>
              </a:rPr>
              <a:t>-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前后排座椅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点距离要求</a:t>
            </a:r>
            <a:endParaRPr lang="zh-CN" altLang="en-US" spc="200" dirty="0">
              <a:solidFill>
                <a:srgbClr val="2683C6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AC7EB2F-15A2-3124-FAA6-1DAF6968DA88}"/>
              </a:ext>
            </a:extLst>
          </p:cNvPr>
          <p:cNvSpPr txBox="1"/>
          <p:nvPr/>
        </p:nvSpPr>
        <p:spPr>
          <a:xfrm>
            <a:off x="625749" y="1323750"/>
            <a:ext cx="6317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i="0" dirty="0" err="1">
                <a:solidFill>
                  <a:srgbClr val="101214"/>
                </a:solidFill>
                <a:effectLst/>
                <a:latin typeface="PingFang SC"/>
              </a:rPr>
              <a:t>SgRP</a:t>
            </a:r>
            <a:r>
              <a:rPr lang="en-US" altLang="zh-CN" sz="2400" b="0" i="0" dirty="0">
                <a:solidFill>
                  <a:srgbClr val="101214"/>
                </a:solidFill>
                <a:effectLst/>
                <a:latin typeface="PingFang SC"/>
              </a:rPr>
              <a:t> Couple Distance</a:t>
            </a:r>
          </a:p>
          <a:p>
            <a:endParaRPr lang="en-US" altLang="zh-CN" dirty="0"/>
          </a:p>
          <a:p>
            <a:r>
              <a:rPr lang="zh-CN" altLang="en-US" dirty="0"/>
              <a:t>如图所示为前后座椅</a:t>
            </a:r>
            <a:r>
              <a:rPr lang="en-US" altLang="zh-CN" dirty="0"/>
              <a:t>H</a:t>
            </a:r>
            <a:r>
              <a:rPr lang="zh-CN" altLang="en-US" dirty="0"/>
              <a:t>点距离参考：</a:t>
            </a:r>
            <a:r>
              <a:rPr lang="en-US" altLang="zh-CN" b="1" dirty="0"/>
              <a:t>L50</a:t>
            </a:r>
            <a:r>
              <a:rPr lang="zh-CN" altLang="en-US" b="1" dirty="0"/>
              <a:t> </a:t>
            </a:r>
            <a:r>
              <a:rPr kumimoji="1" lang="en-US" altLang="zh-CN" sz="18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=926mm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C15AB4C-BF7A-3C05-1A85-D7F2FFB7D521}"/>
              </a:ext>
            </a:extLst>
          </p:cNvPr>
          <p:cNvGrpSpPr/>
          <p:nvPr/>
        </p:nvGrpSpPr>
        <p:grpSpPr>
          <a:xfrm>
            <a:off x="307741" y="2981485"/>
            <a:ext cx="6325767" cy="3074205"/>
            <a:chOff x="267869" y="2179396"/>
            <a:chExt cx="6325767" cy="307420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73D33E4-C534-106A-8792-553394F95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67869" y="2179396"/>
              <a:ext cx="6325767" cy="3074205"/>
            </a:xfrm>
            <a:prstGeom prst="rect">
              <a:avLst/>
            </a:prstGeom>
          </p:spPr>
        </p:pic>
        <p:sp>
          <p:nvSpPr>
            <p:cNvPr id="5" name="TextBox 25">
              <a:extLst>
                <a:ext uri="{FF2B5EF4-FFF2-40B4-BE49-F238E27FC236}">
                  <a16:creationId xmlns:a16="http://schemas.microsoft.com/office/drawing/2014/main" id="{BE00D35C-D72A-15C8-B2A5-1F08EE76DE1E}"/>
                </a:ext>
              </a:extLst>
            </p:cNvPr>
            <p:cNvSpPr txBox="1"/>
            <p:nvPr/>
          </p:nvSpPr>
          <p:spPr>
            <a:xfrm>
              <a:off x="4419600" y="4967167"/>
              <a:ext cx="946092" cy="261610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/>
                  </a:solidFill>
                </a:defRPr>
              </a:lvl1pPr>
            </a:lstStyle>
            <a:p>
              <a:r>
                <a:rPr lang="en-US" altLang="ko-KR" sz="1100" dirty="0"/>
                <a:t>L50=926mm</a:t>
              </a:r>
            </a:p>
          </p:txBody>
        </p:sp>
        <p:sp>
          <p:nvSpPr>
            <p:cNvPr id="7" name="TextBox 26">
              <a:extLst>
                <a:ext uri="{FF2B5EF4-FFF2-40B4-BE49-F238E27FC236}">
                  <a16:creationId xmlns:a16="http://schemas.microsoft.com/office/drawing/2014/main" id="{F2C96F99-2AA4-F8C7-663B-989DE4D9A70D}"/>
                </a:ext>
              </a:extLst>
            </p:cNvPr>
            <p:cNvSpPr txBox="1"/>
            <p:nvPr/>
          </p:nvSpPr>
          <p:spPr>
            <a:xfrm>
              <a:off x="4669725" y="3966118"/>
              <a:ext cx="946092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/>
                  </a:solidFill>
                </a:defRPr>
              </a:lvl1pPr>
            </a:lstStyle>
            <a:p>
              <a:r>
                <a:rPr lang="en-US" altLang="ko-KR" sz="1100" dirty="0"/>
                <a:t>L51=989mm</a:t>
              </a:r>
              <a:endParaRPr lang="ko-KR" altLang="en-US" sz="1100" dirty="0"/>
            </a:p>
          </p:txBody>
        </p:sp>
        <p:sp>
          <p:nvSpPr>
            <p:cNvPr id="8" name="TextBox 26">
              <a:extLst>
                <a:ext uri="{FF2B5EF4-FFF2-40B4-BE49-F238E27FC236}">
                  <a16:creationId xmlns:a16="http://schemas.microsoft.com/office/drawing/2014/main" id="{B6355292-777D-3758-593C-9E1BA38CC005}"/>
                </a:ext>
              </a:extLst>
            </p:cNvPr>
            <p:cNvSpPr txBox="1"/>
            <p:nvPr/>
          </p:nvSpPr>
          <p:spPr>
            <a:xfrm>
              <a:off x="2060089" y="3976392"/>
              <a:ext cx="946092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/>
                  </a:solidFill>
                </a:defRPr>
              </a:lvl1pPr>
            </a:lstStyle>
            <a:p>
              <a:r>
                <a:rPr lang="en-US" altLang="ko-KR" sz="1100" dirty="0"/>
                <a:t>L51=989mm</a:t>
              </a:r>
              <a:endParaRPr lang="ko-KR" altLang="en-US" sz="1100" dirty="0"/>
            </a:p>
          </p:txBody>
        </p:sp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95AD4383-3304-738C-8E98-3C6ED478F0E3}"/>
                </a:ext>
              </a:extLst>
            </p:cNvPr>
            <p:cNvSpPr txBox="1"/>
            <p:nvPr/>
          </p:nvSpPr>
          <p:spPr>
            <a:xfrm>
              <a:off x="1342984" y="4935497"/>
              <a:ext cx="946092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/>
                  </a:solidFill>
                </a:defRPr>
              </a:lvl1pPr>
            </a:lstStyle>
            <a:p>
              <a:r>
                <a:rPr lang="en-US" altLang="ko-KR" sz="1100" dirty="0"/>
                <a:t>L51=989mm</a:t>
              </a:r>
              <a:endParaRPr lang="ko-KR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9940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353862"/>
      </p:ext>
    </p:extLst>
  </p:cSld>
  <p:clrMapOvr>
    <a:masterClrMapping/>
  </p:clrMapOvr>
</p:sld>
</file>

<file path=ppt/theme/theme1.xml><?xml version="1.0" encoding="utf-8"?>
<a:theme xmlns:a="http://schemas.openxmlformats.org/drawingml/2006/main" name="SOTOS Template 2016 v1 0">
  <a:themeElements>
    <a:clrScheme name="Blank 1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D6EBF6"/>
      </a:accent1>
      <a:accent2>
        <a:srgbClr val="83C2E5"/>
      </a:accent2>
      <a:accent3>
        <a:srgbClr val="FFFFFF"/>
      </a:accent3>
      <a:accent4>
        <a:srgbClr val="000000"/>
      </a:accent4>
      <a:accent5>
        <a:srgbClr val="E8F3FA"/>
      </a:accent5>
      <a:accent6>
        <a:srgbClr val="76B0CF"/>
      </a:accent6>
      <a:hlink>
        <a:srgbClr val="288FC8"/>
      </a:hlink>
      <a:folHlink>
        <a:srgbClr val="006699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D6EBF6"/>
        </a:accent1>
        <a:accent2>
          <a:srgbClr val="83C2E5"/>
        </a:accent2>
        <a:accent3>
          <a:srgbClr val="FFFFFF"/>
        </a:accent3>
        <a:accent4>
          <a:srgbClr val="000000"/>
        </a:accent4>
        <a:accent5>
          <a:srgbClr val="E8F3FA"/>
        </a:accent5>
        <a:accent6>
          <a:srgbClr val="76B0CF"/>
        </a:accent6>
        <a:hlink>
          <a:srgbClr val="288FC8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演示文稿1" id="{E58DA9A6-C9F9-4588-A822-02413B260DC9}" vid="{398252AA-9E28-4E66-8895-FEB1B2C3247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</Words>
  <Application>Microsoft Office PowerPoint</Application>
  <PresentationFormat>宽屏</PresentationFormat>
  <Paragraphs>12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Microsoft YaHei Light</vt:lpstr>
      <vt:lpstr>PingFang SC</vt:lpstr>
      <vt:lpstr>微软雅黑</vt:lpstr>
      <vt:lpstr>微软雅黑 Light</vt:lpstr>
      <vt:lpstr>Arial</vt:lpstr>
      <vt:lpstr>Calibri</vt:lpstr>
      <vt:lpstr>Garamond</vt:lpstr>
      <vt:lpstr>Wingdings</vt:lpstr>
      <vt:lpstr>SOTOS Template 2016 v1 0</vt:lpstr>
      <vt:lpstr>前后排座椅H点距离要求</vt:lpstr>
      <vt:lpstr>目录</vt:lpstr>
      <vt:lpstr>内容-前后排座椅H点距离要求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admin</cp:lastModifiedBy>
  <cp:revision>820</cp:revision>
  <cp:lastPrinted>2016-09-01T05:28:12Z</cp:lastPrinted>
  <dcterms:created xsi:type="dcterms:W3CDTF">2016-08-01T08:50:35Z</dcterms:created>
  <dcterms:modified xsi:type="dcterms:W3CDTF">2024-07-19T08:10:13Z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210792-6e5f-4945-9946-e33b2c1b77aa_Enabled">
    <vt:lpwstr>True</vt:lpwstr>
  </property>
  <property fmtid="{D5CDD505-2E9C-101B-9397-08002B2CF9AE}" pid="3" name="MSIP_Label_f5210792-6e5f-4945-9946-e33b2c1b77aa_SiteId">
    <vt:lpwstr>21f195bc-13e5-4339-82ea-ef8b8ecdd0a9</vt:lpwstr>
  </property>
  <property fmtid="{D5CDD505-2E9C-101B-9397-08002B2CF9AE}" pid="4" name="MSIP_Label_f5210792-6e5f-4945-9946-e33b2c1b77aa_Ref">
    <vt:lpwstr>https://api.informationprotection.azure.com/api/21f195bc-13e5-4339-82ea-ef8b8ecdd0a9</vt:lpwstr>
  </property>
  <property fmtid="{D5CDD505-2E9C-101B-9397-08002B2CF9AE}" pid="5" name="MSIP_Label_f5210792-6e5f-4945-9946-e33b2c1b77aa_SetBy">
    <vt:lpwstr>amaoj6@adient.com</vt:lpwstr>
  </property>
  <property fmtid="{D5CDD505-2E9C-101B-9397-08002B2CF9AE}" pid="6" name="MSIP_Label_f5210792-6e5f-4945-9946-e33b2c1b77aa_SetDate">
    <vt:lpwstr>2018-04-26T14:21:10.1089451+08:00</vt:lpwstr>
  </property>
  <property fmtid="{D5CDD505-2E9C-101B-9397-08002B2CF9AE}" pid="7" name="MSIP_Label_f5210792-6e5f-4945-9946-e33b2c1b77aa_Name">
    <vt:lpwstr>Internal</vt:lpwstr>
  </property>
  <property fmtid="{D5CDD505-2E9C-101B-9397-08002B2CF9AE}" pid="8" name="MSIP_Label_f5210792-6e5f-4945-9946-e33b2c1b77aa_Application">
    <vt:lpwstr>Microsoft Azure Information Protection</vt:lpwstr>
  </property>
  <property fmtid="{D5CDD505-2E9C-101B-9397-08002B2CF9AE}" pid="9" name="MSIP_Label_f5210792-6e5f-4945-9946-e33b2c1b77aa_Extended_MSFT_Method">
    <vt:lpwstr>Automatic</vt:lpwstr>
  </property>
  <property fmtid="{D5CDD505-2E9C-101B-9397-08002B2CF9AE}" pid="10" name="MSIP_Label_060af1b5-247a-4e2a-8e9e-2e59686e7457_Enabled">
    <vt:lpwstr>True</vt:lpwstr>
  </property>
  <property fmtid="{D5CDD505-2E9C-101B-9397-08002B2CF9AE}" pid="11" name="MSIP_Label_060af1b5-247a-4e2a-8e9e-2e59686e7457_SiteId">
    <vt:lpwstr>21f195bc-13e5-4339-82ea-ef8b8ecdd0a9</vt:lpwstr>
  </property>
  <property fmtid="{D5CDD505-2E9C-101B-9397-08002B2CF9AE}" pid="12" name="MSIP_Label_060af1b5-247a-4e2a-8e9e-2e59686e7457_Ref">
    <vt:lpwstr>https://api.informationprotection.azure.com/api/21f195bc-13e5-4339-82ea-ef8b8ecdd0a9</vt:lpwstr>
  </property>
  <property fmtid="{D5CDD505-2E9C-101B-9397-08002B2CF9AE}" pid="13" name="MSIP_Label_060af1b5-247a-4e2a-8e9e-2e59686e7457_SetBy">
    <vt:lpwstr>amaoj6@adient.com</vt:lpwstr>
  </property>
  <property fmtid="{D5CDD505-2E9C-101B-9397-08002B2CF9AE}" pid="14" name="MSIP_Label_060af1b5-247a-4e2a-8e9e-2e59686e7457_SetDate">
    <vt:lpwstr>2018-04-26T14:21:10.1089451+08:00</vt:lpwstr>
  </property>
  <property fmtid="{D5CDD505-2E9C-101B-9397-08002B2CF9AE}" pid="15" name="MSIP_Label_060af1b5-247a-4e2a-8e9e-2e59686e7457_Name">
    <vt:lpwstr>Yanfeng Adient-INTERNAL</vt:lpwstr>
  </property>
  <property fmtid="{D5CDD505-2E9C-101B-9397-08002B2CF9AE}" pid="16" name="MSIP_Label_060af1b5-247a-4e2a-8e9e-2e59686e7457_Application">
    <vt:lpwstr>Microsoft Azure Information Protection</vt:lpwstr>
  </property>
  <property fmtid="{D5CDD505-2E9C-101B-9397-08002B2CF9AE}" pid="17" name="MSIP_Label_060af1b5-247a-4e2a-8e9e-2e59686e7457_Extended_MSFT_Method">
    <vt:lpwstr>Automatic</vt:lpwstr>
  </property>
  <property fmtid="{D5CDD505-2E9C-101B-9397-08002B2CF9AE}" pid="18" name="MSIP_Label_060af1b5-247a-4e2a-8e9e-2e59686e7457_Parent">
    <vt:lpwstr>f5210792-6e5f-4945-9946-e33b2c1b77aa</vt:lpwstr>
  </property>
  <property fmtid="{D5CDD505-2E9C-101B-9397-08002B2CF9AE}" pid="19" name="Sensitivity">
    <vt:lpwstr>Internal Yanfeng Adient-INTERNAL</vt:lpwstr>
  </property>
</Properties>
</file>