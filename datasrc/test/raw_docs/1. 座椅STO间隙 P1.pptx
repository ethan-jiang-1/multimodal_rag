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395" r:id="rId2"/>
    <p:sldId id="783" r:id="rId3"/>
    <p:sldId id="803" r:id="rId4"/>
    <p:sldId id="262" r:id="rId5"/>
  </p:sldIdLst>
  <p:sldSz cx="12192000" cy="6858000"/>
  <p:notesSz cx="6797675" cy="9928225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ou Xuping" initials="ZX" lastIdx="1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2B8AC6"/>
    <a:srgbClr val="0066CC"/>
    <a:srgbClr val="000004"/>
    <a:srgbClr val="FF6600"/>
    <a:srgbClr val="FFFF66"/>
    <a:srgbClr val="206BA4"/>
    <a:srgbClr val="000015"/>
    <a:srgbClr val="EAEAEA"/>
    <a:srgbClr val="0000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6" autoAdjust="0"/>
    <p:restoredTop sz="93995" autoAdjust="0"/>
  </p:normalViewPr>
  <p:slideViewPr>
    <p:cSldViewPr snapToGrid="0" showGuides="1">
      <p:cViewPr varScale="1">
        <p:scale>
          <a:sx n="72" d="100"/>
          <a:sy n="72" d="100"/>
        </p:scale>
        <p:origin x="72" y="2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76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CEA758-75C1-4D1C-BA9A-9A87C372C5AF}" type="datetimeFigureOut">
              <a:rPr lang="zh-CN" altLang="en-US" smtClean="0"/>
              <a:t>2024/7/19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7F50E2-B35D-4C68-85BF-EF221F4F2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9D830-C243-41DE-945D-AE453AA0088C}" type="datetimeFigureOut">
              <a:rPr lang="zh-CN" altLang="en-US" smtClean="0"/>
              <a:t>2024/7/19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07F3F-3F86-4A1C-B5E2-35FB4178BB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-极简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857213" y="3886200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857213" y="4282440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cxnSp>
        <p:nvCxnSpPr>
          <p:cNvPr id="20" name="直接连接符 19"/>
          <p:cNvCxnSpPr/>
          <p:nvPr userDrawn="1"/>
        </p:nvCxnSpPr>
        <p:spPr>
          <a:xfrm flipH="1">
            <a:off x="7997371" y="0"/>
            <a:ext cx="1354067" cy="685800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857215" y="1357302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2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2016. All Rights Reserved.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330" y="5949280"/>
            <a:ext cx="2847292" cy="5192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-简约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/>
          <p:cNvSpPr/>
          <p:nvPr userDrawn="1"/>
        </p:nvSpPr>
        <p:spPr bwMode="auto">
          <a:xfrm>
            <a:off x="-67573" y="0"/>
            <a:ext cx="9417949" cy="6869340"/>
          </a:xfrm>
          <a:custGeom>
            <a:avLst/>
            <a:gdLst>
              <a:gd name="connsiteX0" fmla="*/ 0 w 10813141"/>
              <a:gd name="connsiteY0" fmla="*/ 6858000 h 6858000"/>
              <a:gd name="connsiteX1" fmla="*/ 1395192 w 10813141"/>
              <a:gd name="connsiteY1" fmla="*/ 0 h 6858000"/>
              <a:gd name="connsiteX2" fmla="*/ 10813141 w 10813141"/>
              <a:gd name="connsiteY2" fmla="*/ 0 h 6858000"/>
              <a:gd name="connsiteX3" fmla="*/ 9417949 w 10813141"/>
              <a:gd name="connsiteY3" fmla="*/ 6858000 h 6858000"/>
              <a:gd name="connsiteX4" fmla="*/ 0 w 10813141"/>
              <a:gd name="connsiteY4" fmla="*/ 6858000 h 6858000"/>
              <a:gd name="connsiteX0-1" fmla="*/ 0 w 9452490"/>
              <a:gd name="connsiteY0-2" fmla="*/ 6846660 h 6858000"/>
              <a:gd name="connsiteX1-3" fmla="*/ 34541 w 9452490"/>
              <a:gd name="connsiteY1-4" fmla="*/ 0 h 6858000"/>
              <a:gd name="connsiteX2-5" fmla="*/ 9452490 w 9452490"/>
              <a:gd name="connsiteY2-6" fmla="*/ 0 h 6858000"/>
              <a:gd name="connsiteX3-7" fmla="*/ 8057298 w 9452490"/>
              <a:gd name="connsiteY3-8" fmla="*/ 6858000 h 6858000"/>
              <a:gd name="connsiteX4-9" fmla="*/ 0 w 9452490"/>
              <a:gd name="connsiteY4-10" fmla="*/ 6846660 h 6858000"/>
              <a:gd name="connsiteX0-11" fmla="*/ 328300 w 9417949"/>
              <a:gd name="connsiteY0-12" fmla="*/ 6846660 h 6858000"/>
              <a:gd name="connsiteX1-13" fmla="*/ 0 w 9417949"/>
              <a:gd name="connsiteY1-14" fmla="*/ 0 h 6858000"/>
              <a:gd name="connsiteX2-15" fmla="*/ 9417949 w 9417949"/>
              <a:gd name="connsiteY2-16" fmla="*/ 0 h 6858000"/>
              <a:gd name="connsiteX3-17" fmla="*/ 8022757 w 9417949"/>
              <a:gd name="connsiteY3-18" fmla="*/ 6858000 h 6858000"/>
              <a:gd name="connsiteX4-19" fmla="*/ 328300 w 9417949"/>
              <a:gd name="connsiteY4-20" fmla="*/ 6846660 h 6858000"/>
              <a:gd name="connsiteX0-21" fmla="*/ 56170 w 9417949"/>
              <a:gd name="connsiteY0-22" fmla="*/ 6869340 h 6869340"/>
              <a:gd name="connsiteX1-23" fmla="*/ 0 w 9417949"/>
              <a:gd name="connsiteY1-24" fmla="*/ 0 h 6869340"/>
              <a:gd name="connsiteX2-25" fmla="*/ 9417949 w 9417949"/>
              <a:gd name="connsiteY2-26" fmla="*/ 0 h 6869340"/>
              <a:gd name="connsiteX3-27" fmla="*/ 8022757 w 9417949"/>
              <a:gd name="connsiteY3-28" fmla="*/ 6858000 h 6869340"/>
              <a:gd name="connsiteX4-29" fmla="*/ 56170 w 9417949"/>
              <a:gd name="connsiteY4-30" fmla="*/ 6869340 h 686934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417949" h="6869340">
                <a:moveTo>
                  <a:pt x="56170" y="6869340"/>
                </a:moveTo>
                <a:lnTo>
                  <a:pt x="0" y="0"/>
                </a:lnTo>
                <a:lnTo>
                  <a:pt x="9417949" y="0"/>
                </a:lnTo>
                <a:lnTo>
                  <a:pt x="8022757" y="6858000"/>
                </a:lnTo>
                <a:lnTo>
                  <a:pt x="56170" y="6869340"/>
                </a:lnTo>
                <a:close/>
              </a:path>
            </a:pathLst>
          </a:custGeom>
          <a:solidFill>
            <a:srgbClr val="EAEAEA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3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2016. All Rights Reserved.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sp>
        <p:nvSpPr>
          <p:cNvPr id="32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857213" y="3886200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33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857213" y="4282440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sp>
        <p:nvSpPr>
          <p:cNvPr id="34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857215" y="1357302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35" name="图片 3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330" y="5949280"/>
            <a:ext cx="2847292" cy="5192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-商务版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-43543"/>
            <a:ext cx="12192000" cy="6937830"/>
          </a:xfrm>
          <a:prstGeom prst="rect">
            <a:avLst/>
          </a:prstGeom>
        </p:spPr>
      </p:pic>
      <p:sp>
        <p:nvSpPr>
          <p:cNvPr id="3" name="平行四边形 2"/>
          <p:cNvSpPr/>
          <p:nvPr userDrawn="1"/>
        </p:nvSpPr>
        <p:spPr bwMode="auto">
          <a:xfrm>
            <a:off x="-22261" y="1821059"/>
            <a:ext cx="10710995" cy="325217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-1" fmla="*/ 0 w 10710995"/>
              <a:gd name="connsiteY0-2" fmla="*/ 3240829 h 3252170"/>
              <a:gd name="connsiteX1-3" fmla="*/ 7991 w 10710995"/>
              <a:gd name="connsiteY1-4" fmla="*/ 0 h 3252170"/>
              <a:gd name="connsiteX2-5" fmla="*/ 10710995 w 10710995"/>
              <a:gd name="connsiteY2-6" fmla="*/ 0 h 3252170"/>
              <a:gd name="connsiteX3-7" fmla="*/ 9897953 w 10710995"/>
              <a:gd name="connsiteY3-8" fmla="*/ 3252170 h 3252170"/>
              <a:gd name="connsiteX4-9" fmla="*/ 0 w 10710995"/>
              <a:gd name="connsiteY4-10" fmla="*/ 3240829 h 32521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10995" h="3252170">
                <a:moveTo>
                  <a:pt x="0" y="3240829"/>
                </a:moveTo>
                <a:cubicBezTo>
                  <a:pt x="2664" y="2160553"/>
                  <a:pt x="5327" y="1080276"/>
                  <a:pt x="7991" y="0"/>
                </a:cubicBezTo>
                <a:lnTo>
                  <a:pt x="10710995" y="0"/>
                </a:lnTo>
                <a:lnTo>
                  <a:pt x="9897953" y="3252170"/>
                </a:lnTo>
                <a:lnTo>
                  <a:pt x="0" y="3240829"/>
                </a:lnTo>
                <a:close/>
              </a:path>
            </a:pathLst>
          </a:custGeom>
          <a:solidFill>
            <a:srgbClr val="D1D2D4">
              <a:alpha val="7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283" y="4332127"/>
            <a:ext cx="2847292" cy="519274"/>
          </a:xfrm>
          <a:prstGeom prst="rect">
            <a:avLst/>
          </a:prstGeom>
        </p:spPr>
      </p:pic>
      <p:sp>
        <p:nvSpPr>
          <p:cNvPr id="1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2016. All Rights Reserved.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9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首页-商务版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-43543"/>
            <a:ext cx="12192000" cy="6937830"/>
          </a:xfrm>
          <a:prstGeom prst="rect">
            <a:avLst/>
          </a:prstGeom>
        </p:spPr>
      </p:pic>
      <p:sp>
        <p:nvSpPr>
          <p:cNvPr id="3" name="平行四边形 2"/>
          <p:cNvSpPr/>
          <p:nvPr userDrawn="1"/>
        </p:nvSpPr>
        <p:spPr bwMode="auto">
          <a:xfrm>
            <a:off x="-14269" y="1821059"/>
            <a:ext cx="10703004" cy="326351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-1" fmla="*/ 3348 w 10703004"/>
              <a:gd name="connsiteY0-2" fmla="*/ 3263510 h 3263510"/>
              <a:gd name="connsiteX1-3" fmla="*/ 0 w 10703004"/>
              <a:gd name="connsiteY1-4" fmla="*/ 0 h 3263510"/>
              <a:gd name="connsiteX2-5" fmla="*/ 10703004 w 10703004"/>
              <a:gd name="connsiteY2-6" fmla="*/ 0 h 3263510"/>
              <a:gd name="connsiteX3-7" fmla="*/ 9889962 w 10703004"/>
              <a:gd name="connsiteY3-8" fmla="*/ 3252170 h 3263510"/>
              <a:gd name="connsiteX4-9" fmla="*/ 3348 w 10703004"/>
              <a:gd name="connsiteY4-10" fmla="*/ 3263510 h 32635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03004" h="3263510">
                <a:moveTo>
                  <a:pt x="3348" y="3263510"/>
                </a:moveTo>
                <a:lnTo>
                  <a:pt x="0" y="0"/>
                </a:lnTo>
                <a:lnTo>
                  <a:pt x="10703004" y="0"/>
                </a:lnTo>
                <a:lnTo>
                  <a:pt x="9889962" y="3252170"/>
                </a:lnTo>
                <a:lnTo>
                  <a:pt x="3348" y="3263510"/>
                </a:lnTo>
                <a:close/>
              </a:path>
            </a:pathLst>
          </a:custGeom>
          <a:solidFill>
            <a:schemeClr val="tx1">
              <a:alpha val="52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2017. All Rights Reserved.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9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 descr="白色logo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773" y="4324605"/>
            <a:ext cx="2923799" cy="4770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-活力版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 userDrawn="1"/>
        </p:nvSpPr>
        <p:spPr bwMode="auto">
          <a:xfrm>
            <a:off x="-14269" y="1821059"/>
            <a:ext cx="10703004" cy="325217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-1" fmla="*/ 14686 w 10703004"/>
              <a:gd name="connsiteY0-2" fmla="*/ 3252170 h 3252170"/>
              <a:gd name="connsiteX1-3" fmla="*/ 0 w 10703004"/>
              <a:gd name="connsiteY1-4" fmla="*/ 0 h 3252170"/>
              <a:gd name="connsiteX2-5" fmla="*/ 10703004 w 10703004"/>
              <a:gd name="connsiteY2-6" fmla="*/ 0 h 3252170"/>
              <a:gd name="connsiteX3-7" fmla="*/ 9889962 w 10703004"/>
              <a:gd name="connsiteY3-8" fmla="*/ 3252170 h 3252170"/>
              <a:gd name="connsiteX4-9" fmla="*/ 14686 w 10703004"/>
              <a:gd name="connsiteY4-10" fmla="*/ 3252170 h 32521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03004" h="3252170">
                <a:moveTo>
                  <a:pt x="14686" y="3252170"/>
                </a:moveTo>
                <a:cubicBezTo>
                  <a:pt x="9791" y="2168113"/>
                  <a:pt x="4895" y="1084057"/>
                  <a:pt x="0" y="0"/>
                </a:cubicBezTo>
                <a:lnTo>
                  <a:pt x="10703004" y="0"/>
                </a:lnTo>
                <a:lnTo>
                  <a:pt x="9889962" y="3252170"/>
                </a:lnTo>
                <a:lnTo>
                  <a:pt x="14686" y="3252170"/>
                </a:lnTo>
                <a:close/>
              </a:path>
            </a:pathLst>
          </a:custGeom>
          <a:solidFill>
            <a:schemeClr val="tx1">
              <a:alpha val="52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2016. All Rights Reserved.</a:t>
            </a:r>
            <a:r>
              <a:rPr lang="en-US" altLang="zh-CN" sz="1000" b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 descr="白色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773" y="4324605"/>
            <a:ext cx="2923799" cy="4770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-活力版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 userDrawn="1"/>
        </p:nvSpPr>
        <p:spPr bwMode="auto">
          <a:xfrm>
            <a:off x="-14269" y="1821059"/>
            <a:ext cx="10703004" cy="325217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-1" fmla="*/ 3347 w 10703004"/>
              <a:gd name="connsiteY0-2" fmla="*/ 3252170 h 3252170"/>
              <a:gd name="connsiteX1-3" fmla="*/ 0 w 10703004"/>
              <a:gd name="connsiteY1-4" fmla="*/ 0 h 3252170"/>
              <a:gd name="connsiteX2-5" fmla="*/ 10703004 w 10703004"/>
              <a:gd name="connsiteY2-6" fmla="*/ 0 h 3252170"/>
              <a:gd name="connsiteX3-7" fmla="*/ 9889962 w 10703004"/>
              <a:gd name="connsiteY3-8" fmla="*/ 3252170 h 3252170"/>
              <a:gd name="connsiteX4-9" fmla="*/ 3347 w 10703004"/>
              <a:gd name="connsiteY4-10" fmla="*/ 3252170 h 32521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03004" h="3252170">
                <a:moveTo>
                  <a:pt x="3347" y="3252170"/>
                </a:moveTo>
                <a:cubicBezTo>
                  <a:pt x="2231" y="2168113"/>
                  <a:pt x="1116" y="1084057"/>
                  <a:pt x="0" y="0"/>
                </a:cubicBezTo>
                <a:lnTo>
                  <a:pt x="10703004" y="0"/>
                </a:lnTo>
                <a:lnTo>
                  <a:pt x="9889962" y="3252170"/>
                </a:lnTo>
                <a:lnTo>
                  <a:pt x="3347" y="3252170"/>
                </a:lnTo>
                <a:close/>
              </a:path>
            </a:pathLst>
          </a:custGeom>
          <a:solidFill>
            <a:schemeClr val="bg1">
              <a:alpha val="71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283" y="4332127"/>
            <a:ext cx="2847292" cy="519274"/>
          </a:xfrm>
          <a:prstGeom prst="rect">
            <a:avLst/>
          </a:prstGeom>
        </p:spPr>
      </p:pic>
      <p:sp>
        <p:nvSpPr>
          <p:cNvPr id="12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2016. All Rights Reserved.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3564" y="-24"/>
            <a:ext cx="11094677" cy="8046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863564" y="1221898"/>
            <a:ext cx="11094677" cy="4911865"/>
          </a:xfrm>
        </p:spPr>
        <p:txBody>
          <a:bodyPr/>
          <a:lstStyle>
            <a:lvl2pPr>
              <a:buClr>
                <a:schemeClr val="tx1">
                  <a:lumMod val="65000"/>
                  <a:lumOff val="35000"/>
                </a:schemeClr>
              </a:buClr>
              <a:defRPr/>
            </a:lvl2pPr>
            <a:lvl3pPr>
              <a:buClr>
                <a:schemeClr val="tx1">
                  <a:lumMod val="65000"/>
                  <a:lumOff val="35000"/>
                </a:schemeClr>
              </a:buClr>
              <a:defRPr/>
            </a:lvl3pPr>
            <a:lvl4pPr>
              <a:buClr>
                <a:schemeClr val="tx1">
                  <a:lumMod val="65000"/>
                  <a:lumOff val="35000"/>
                </a:schemeClr>
              </a:buClr>
              <a:defRPr/>
            </a:lvl4pPr>
            <a:lvl5pPr>
              <a:buClr>
                <a:schemeClr val="tx1">
                  <a:lumMod val="65000"/>
                  <a:lumOff val="35000"/>
                </a:schemeClr>
              </a:buCl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786172" y="974651"/>
            <a:ext cx="7632848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10" name="直角三角形 9"/>
          <p:cNvSpPr/>
          <p:nvPr userDrawn="1"/>
        </p:nvSpPr>
        <p:spPr>
          <a:xfrm rot="11758535">
            <a:off x="-941536" y="133234"/>
            <a:ext cx="1883075" cy="659564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5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19336" y="404665"/>
            <a:ext cx="1246984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3600" dirty="0">
                <a:cs typeface="+mn-cs"/>
              </a:defRPr>
            </a:lvl1pPr>
          </a:lstStyle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3481095" y="106342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3253963" y="1854448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3026827" y="2645476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554635" y="1778829"/>
            <a:ext cx="7868469" cy="36289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324702" y="2566576"/>
            <a:ext cx="8098401" cy="3610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31" name="Rectangle 8"/>
          <p:cNvSpPr txBox="1">
            <a:spLocks noChangeArrowheads="1"/>
          </p:cNvSpPr>
          <p:nvPr userDrawn="1"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‹#›</a:t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目录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786172" y="974651"/>
            <a:ext cx="7632848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10" name="直角三角形 9"/>
          <p:cNvSpPr/>
          <p:nvPr userDrawn="1"/>
        </p:nvSpPr>
        <p:spPr>
          <a:xfrm rot="11758535">
            <a:off x="-941536" y="133234"/>
            <a:ext cx="1883075" cy="659564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5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19336" y="404665"/>
            <a:ext cx="1246984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3600" dirty="0">
                <a:cs typeface="+mn-cs"/>
              </a:defRPr>
            </a:lvl1pPr>
          </a:lstStyle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3481095" y="106342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3253963" y="1854448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3026827" y="2645476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平行四边形 13"/>
          <p:cNvSpPr/>
          <p:nvPr userDrawn="1"/>
        </p:nvSpPr>
        <p:spPr>
          <a:xfrm>
            <a:off x="2799691" y="3436504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554635" y="1778829"/>
            <a:ext cx="7868469" cy="36289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324702" y="2566576"/>
            <a:ext cx="8098401" cy="3610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5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3100011" y="3359118"/>
            <a:ext cx="8336056" cy="3602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31" name="Rectangle 8"/>
          <p:cNvSpPr txBox="1">
            <a:spLocks noChangeArrowheads="1"/>
          </p:cNvSpPr>
          <p:nvPr userDrawn="1"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‹#›</a:t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目录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786172" y="974651"/>
            <a:ext cx="7632848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10" name="直角三角形 9"/>
          <p:cNvSpPr/>
          <p:nvPr userDrawn="1"/>
        </p:nvSpPr>
        <p:spPr>
          <a:xfrm rot="11758535">
            <a:off x="-941536" y="133234"/>
            <a:ext cx="1883075" cy="659564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5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19336" y="404665"/>
            <a:ext cx="1246984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3600" dirty="0">
                <a:cs typeface="+mn-cs"/>
              </a:defRPr>
            </a:lvl1pPr>
          </a:lstStyle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3481095" y="106342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3253963" y="1854448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3026827" y="2645476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平行四边形 13"/>
          <p:cNvSpPr/>
          <p:nvPr userDrawn="1"/>
        </p:nvSpPr>
        <p:spPr>
          <a:xfrm>
            <a:off x="2799691" y="3436504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平行四边形 14"/>
          <p:cNvSpPr/>
          <p:nvPr userDrawn="1"/>
        </p:nvSpPr>
        <p:spPr>
          <a:xfrm>
            <a:off x="2572555" y="4227532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554635" y="1778829"/>
            <a:ext cx="7868469" cy="36289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324702" y="2566576"/>
            <a:ext cx="8098401" cy="3610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5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3100011" y="3359118"/>
            <a:ext cx="8336056" cy="3602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6" name="Text Placeholder 16"/>
          <p:cNvSpPr>
            <a:spLocks noGrp="1"/>
          </p:cNvSpPr>
          <p:nvPr>
            <p:ph type="body" sz="quarter" idx="17" hasCustomPrompt="1"/>
          </p:nvPr>
        </p:nvSpPr>
        <p:spPr>
          <a:xfrm>
            <a:off x="2872275" y="4147960"/>
            <a:ext cx="8568589" cy="36037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31" name="Rectangle 8"/>
          <p:cNvSpPr txBox="1">
            <a:spLocks noChangeArrowheads="1"/>
          </p:cNvSpPr>
          <p:nvPr userDrawn="1"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‹#›</a:t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目录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786172" y="974651"/>
            <a:ext cx="7632848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10" name="直角三角形 9"/>
          <p:cNvSpPr/>
          <p:nvPr userDrawn="1"/>
        </p:nvSpPr>
        <p:spPr>
          <a:xfrm rot="11758535">
            <a:off x="-941536" y="133234"/>
            <a:ext cx="1883075" cy="659564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5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19336" y="404665"/>
            <a:ext cx="1246984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3600" dirty="0">
                <a:cs typeface="+mn-cs"/>
              </a:defRPr>
            </a:lvl1pPr>
          </a:lstStyle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3481095" y="106342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3253963" y="1854448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3026827" y="2645476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平行四边形 13"/>
          <p:cNvSpPr/>
          <p:nvPr userDrawn="1"/>
        </p:nvSpPr>
        <p:spPr>
          <a:xfrm>
            <a:off x="2799691" y="3436504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平行四边形 14"/>
          <p:cNvSpPr/>
          <p:nvPr userDrawn="1"/>
        </p:nvSpPr>
        <p:spPr>
          <a:xfrm>
            <a:off x="2572555" y="4227532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554635" y="1778829"/>
            <a:ext cx="7868469" cy="36289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324702" y="2566576"/>
            <a:ext cx="8098401" cy="3610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5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3100011" y="3359118"/>
            <a:ext cx="8336056" cy="3602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6" name="Text Placeholder 16"/>
          <p:cNvSpPr>
            <a:spLocks noGrp="1"/>
          </p:cNvSpPr>
          <p:nvPr>
            <p:ph type="body" sz="quarter" idx="17" hasCustomPrompt="1"/>
          </p:nvPr>
        </p:nvSpPr>
        <p:spPr>
          <a:xfrm>
            <a:off x="2872275" y="4147960"/>
            <a:ext cx="8568589" cy="36037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7" name="平行四边形 26"/>
          <p:cNvSpPr/>
          <p:nvPr userDrawn="1"/>
        </p:nvSpPr>
        <p:spPr>
          <a:xfrm>
            <a:off x="2336779" y="501856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9" name="Text Placehold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641402" y="4936970"/>
            <a:ext cx="8799463" cy="3615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31" name="Rectangle 8"/>
          <p:cNvSpPr txBox="1">
            <a:spLocks noChangeArrowheads="1"/>
          </p:cNvSpPr>
          <p:nvPr userDrawn="1"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‹#›</a:t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目录-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786172" y="974651"/>
            <a:ext cx="7632848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10" name="直角三角形 9"/>
          <p:cNvSpPr/>
          <p:nvPr userDrawn="1"/>
        </p:nvSpPr>
        <p:spPr>
          <a:xfrm rot="11758535">
            <a:off x="-941536" y="133234"/>
            <a:ext cx="1883075" cy="659564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5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19336" y="404665"/>
            <a:ext cx="1246984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3600" dirty="0">
                <a:cs typeface="+mn-cs"/>
              </a:defRPr>
            </a:lvl1pPr>
          </a:lstStyle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3481095" y="106342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3253963" y="1854448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3026827" y="2645476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平行四边形 13"/>
          <p:cNvSpPr/>
          <p:nvPr userDrawn="1"/>
        </p:nvSpPr>
        <p:spPr>
          <a:xfrm>
            <a:off x="2799691" y="3436504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平行四边形 14"/>
          <p:cNvSpPr/>
          <p:nvPr userDrawn="1"/>
        </p:nvSpPr>
        <p:spPr>
          <a:xfrm>
            <a:off x="2572555" y="4227532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554635" y="1778829"/>
            <a:ext cx="7868469" cy="36289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324702" y="2566576"/>
            <a:ext cx="8098401" cy="3610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5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3100011" y="3359118"/>
            <a:ext cx="8336056" cy="3602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6" name="Text Placeholder 16"/>
          <p:cNvSpPr>
            <a:spLocks noGrp="1"/>
          </p:cNvSpPr>
          <p:nvPr>
            <p:ph type="body" sz="quarter" idx="17" hasCustomPrompt="1"/>
          </p:nvPr>
        </p:nvSpPr>
        <p:spPr>
          <a:xfrm>
            <a:off x="2872275" y="4147960"/>
            <a:ext cx="8568589" cy="36037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7" name="平行四边形 26"/>
          <p:cNvSpPr/>
          <p:nvPr userDrawn="1"/>
        </p:nvSpPr>
        <p:spPr>
          <a:xfrm>
            <a:off x="2336779" y="501856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8" name="平行四边形 27"/>
          <p:cNvSpPr/>
          <p:nvPr userDrawn="1"/>
        </p:nvSpPr>
        <p:spPr>
          <a:xfrm>
            <a:off x="2109643" y="580959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9" name="Text Placehold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641402" y="4936970"/>
            <a:ext cx="8799463" cy="3615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30" name="Text Placeholder 16"/>
          <p:cNvSpPr>
            <a:spLocks noGrp="1"/>
          </p:cNvSpPr>
          <p:nvPr>
            <p:ph type="body" sz="quarter" idx="19" hasCustomPrompt="1"/>
          </p:nvPr>
        </p:nvSpPr>
        <p:spPr>
          <a:xfrm>
            <a:off x="2415676" y="5725140"/>
            <a:ext cx="9021104" cy="361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31" name="Rectangle 8"/>
          <p:cNvSpPr txBox="1">
            <a:spLocks noChangeArrowheads="1"/>
          </p:cNvSpPr>
          <p:nvPr userDrawn="1"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‹#›</a:t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215" y="3131039"/>
            <a:ext cx="3267572" cy="5959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首页-商务版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-43543"/>
            <a:ext cx="12192000" cy="6937830"/>
          </a:xfrm>
          <a:prstGeom prst="rect">
            <a:avLst/>
          </a:prstGeom>
        </p:spPr>
      </p:pic>
      <p:sp>
        <p:nvSpPr>
          <p:cNvPr id="3" name="平行四边形 2"/>
          <p:cNvSpPr/>
          <p:nvPr userDrawn="1"/>
        </p:nvSpPr>
        <p:spPr bwMode="auto">
          <a:xfrm>
            <a:off x="-14269" y="1821059"/>
            <a:ext cx="10703004" cy="326351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-1" fmla="*/ 3348 w 10703004"/>
              <a:gd name="connsiteY0-2" fmla="*/ 3263510 h 3263510"/>
              <a:gd name="connsiteX1-3" fmla="*/ 0 w 10703004"/>
              <a:gd name="connsiteY1-4" fmla="*/ 0 h 3263510"/>
              <a:gd name="connsiteX2-5" fmla="*/ 10703004 w 10703004"/>
              <a:gd name="connsiteY2-6" fmla="*/ 0 h 3263510"/>
              <a:gd name="connsiteX3-7" fmla="*/ 9889962 w 10703004"/>
              <a:gd name="connsiteY3-8" fmla="*/ 3252170 h 3263510"/>
              <a:gd name="connsiteX4-9" fmla="*/ 3348 w 10703004"/>
              <a:gd name="connsiteY4-10" fmla="*/ 3263510 h 32635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03004" h="3263510">
                <a:moveTo>
                  <a:pt x="3348" y="3263510"/>
                </a:moveTo>
                <a:lnTo>
                  <a:pt x="0" y="0"/>
                </a:lnTo>
                <a:lnTo>
                  <a:pt x="10703004" y="0"/>
                </a:lnTo>
                <a:lnTo>
                  <a:pt x="9889962" y="3252170"/>
                </a:lnTo>
                <a:lnTo>
                  <a:pt x="3348" y="3263510"/>
                </a:lnTo>
                <a:close/>
              </a:path>
            </a:pathLst>
          </a:custGeom>
          <a:solidFill>
            <a:schemeClr val="tx1">
              <a:alpha val="52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2017. All Rights Reserved.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9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 descr="白色logo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773" y="4324605"/>
            <a:ext cx="2923799" cy="4770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正文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3564" y="-24"/>
            <a:ext cx="11094677" cy="8046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863564" y="1221898"/>
            <a:ext cx="11094677" cy="4911865"/>
          </a:xfrm>
        </p:spPr>
        <p:txBody>
          <a:bodyPr/>
          <a:lstStyle>
            <a:lvl2pPr>
              <a:buClr>
                <a:schemeClr val="tx1">
                  <a:lumMod val="65000"/>
                  <a:lumOff val="35000"/>
                </a:schemeClr>
              </a:buClr>
              <a:defRPr/>
            </a:lvl2pPr>
            <a:lvl3pPr>
              <a:buClr>
                <a:schemeClr val="tx1">
                  <a:lumMod val="65000"/>
                  <a:lumOff val="35000"/>
                </a:schemeClr>
              </a:buClr>
              <a:defRPr/>
            </a:lvl3pPr>
            <a:lvl4pPr>
              <a:buClr>
                <a:schemeClr val="tx1">
                  <a:lumMod val="65000"/>
                  <a:lumOff val="35000"/>
                </a:schemeClr>
              </a:buClr>
              <a:defRPr/>
            </a:lvl4pPr>
            <a:lvl5pPr>
              <a:buClr>
                <a:schemeClr val="tx1">
                  <a:lumMod val="65000"/>
                  <a:lumOff val="35000"/>
                </a:schemeClr>
              </a:buCl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761999" y="1353312"/>
            <a:ext cx="10972800" cy="4937760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1pPr>
            <a:lvl2pPr>
              <a:lnSpc>
                <a:spcPct val="150000"/>
              </a:lnSpc>
              <a:spcBef>
                <a:spcPts val="0"/>
              </a:spcBef>
              <a:defRPr/>
            </a:lvl2pPr>
            <a:lvl3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3pPr>
            <a:lvl4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4pPr>
            <a:lvl5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5pPr>
            <a:lvl7pPr marL="1716405" indent="-338455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v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7pPr>
          </a:lstStyle>
          <a:p>
            <a:pPr lvl="0"/>
            <a:r>
              <a:rPr lang="en-US" dirty="0"/>
              <a:t>Click to edit Master text styles </a:t>
            </a:r>
            <a:r>
              <a:rPr lang="zh-CN" altLang="en-US" dirty="0"/>
              <a:t>主文档</a:t>
            </a:r>
            <a:endParaRPr lang="en-US" dirty="0"/>
          </a:p>
          <a:p>
            <a:pPr lvl="2"/>
            <a:r>
              <a:rPr lang="en-US" dirty="0"/>
              <a:t>Second level </a:t>
            </a:r>
            <a:r>
              <a:rPr lang="zh-CN" altLang="en-US" dirty="0"/>
              <a:t>第一级</a:t>
            </a:r>
            <a:endParaRPr lang="en-US" dirty="0"/>
          </a:p>
          <a:p>
            <a:pPr lvl="3"/>
            <a:r>
              <a:rPr lang="en-US" dirty="0"/>
              <a:t>Third level </a:t>
            </a:r>
            <a:r>
              <a:rPr lang="zh-CN" altLang="en-US" dirty="0"/>
              <a:t>第二级</a:t>
            </a:r>
            <a:endParaRPr lang="en-US" dirty="0"/>
          </a:p>
          <a:p>
            <a:pPr lvl="4"/>
            <a:r>
              <a:rPr lang="en-US" dirty="0"/>
              <a:t>Fourth level </a:t>
            </a:r>
            <a:r>
              <a:rPr lang="zh-CN" altLang="en-US" dirty="0"/>
              <a:t>第三级</a:t>
            </a:r>
            <a:endParaRPr lang="en-US" dirty="0"/>
          </a:p>
          <a:p>
            <a:pPr lvl="6"/>
            <a:r>
              <a:rPr lang="en-US" dirty="0"/>
              <a:t>Fifth level </a:t>
            </a:r>
            <a:r>
              <a:rPr lang="zh-CN" altLang="en-US" dirty="0"/>
              <a:t>第四季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215" y="3131039"/>
            <a:ext cx="3267572" cy="5959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首页-商务版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-43543"/>
            <a:ext cx="12192000" cy="6937830"/>
          </a:xfrm>
          <a:prstGeom prst="rect">
            <a:avLst/>
          </a:prstGeom>
        </p:spPr>
      </p:pic>
      <p:sp>
        <p:nvSpPr>
          <p:cNvPr id="3" name="平行四边形 2"/>
          <p:cNvSpPr/>
          <p:nvPr userDrawn="1"/>
        </p:nvSpPr>
        <p:spPr bwMode="auto">
          <a:xfrm>
            <a:off x="-14269" y="1821059"/>
            <a:ext cx="10703004" cy="326351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-1" fmla="*/ 3348 w 10703004"/>
              <a:gd name="connsiteY0-2" fmla="*/ 3263510 h 3263510"/>
              <a:gd name="connsiteX1-3" fmla="*/ 0 w 10703004"/>
              <a:gd name="connsiteY1-4" fmla="*/ 0 h 3263510"/>
              <a:gd name="connsiteX2-5" fmla="*/ 10703004 w 10703004"/>
              <a:gd name="connsiteY2-6" fmla="*/ 0 h 3263510"/>
              <a:gd name="connsiteX3-7" fmla="*/ 9889962 w 10703004"/>
              <a:gd name="connsiteY3-8" fmla="*/ 3252170 h 3263510"/>
              <a:gd name="connsiteX4-9" fmla="*/ 3348 w 10703004"/>
              <a:gd name="connsiteY4-10" fmla="*/ 3263510 h 32635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03004" h="3263510">
                <a:moveTo>
                  <a:pt x="3348" y="3263510"/>
                </a:moveTo>
                <a:lnTo>
                  <a:pt x="0" y="0"/>
                </a:lnTo>
                <a:lnTo>
                  <a:pt x="10703004" y="0"/>
                </a:lnTo>
                <a:lnTo>
                  <a:pt x="9889962" y="3252170"/>
                </a:lnTo>
                <a:lnTo>
                  <a:pt x="3348" y="3263510"/>
                </a:lnTo>
                <a:close/>
              </a:path>
            </a:pathLst>
          </a:custGeom>
          <a:solidFill>
            <a:schemeClr val="tx1">
              <a:alpha val="52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2017. All Rights Reserved.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9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 descr="白色logo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773" y="4324605"/>
            <a:ext cx="2923799" cy="4770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正文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3564" y="-24"/>
            <a:ext cx="11094677" cy="8046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863564" y="1221898"/>
            <a:ext cx="11094677" cy="4911865"/>
          </a:xfrm>
        </p:spPr>
        <p:txBody>
          <a:bodyPr/>
          <a:lstStyle>
            <a:lvl2pPr>
              <a:buClr>
                <a:schemeClr val="tx1">
                  <a:lumMod val="65000"/>
                  <a:lumOff val="35000"/>
                </a:schemeClr>
              </a:buClr>
              <a:defRPr/>
            </a:lvl2pPr>
            <a:lvl3pPr>
              <a:buClr>
                <a:schemeClr val="tx1">
                  <a:lumMod val="65000"/>
                  <a:lumOff val="35000"/>
                </a:schemeClr>
              </a:buClr>
              <a:defRPr/>
            </a:lvl3pPr>
            <a:lvl4pPr>
              <a:buClr>
                <a:schemeClr val="tx1">
                  <a:lumMod val="65000"/>
                  <a:lumOff val="35000"/>
                </a:schemeClr>
              </a:buClr>
              <a:defRPr/>
            </a:lvl4pPr>
            <a:lvl5pPr>
              <a:buClr>
                <a:schemeClr val="tx1">
                  <a:lumMod val="65000"/>
                  <a:lumOff val="35000"/>
                </a:schemeClr>
              </a:buCl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761999" y="1353312"/>
            <a:ext cx="10972800" cy="4937760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1pPr>
            <a:lvl2pPr>
              <a:lnSpc>
                <a:spcPct val="150000"/>
              </a:lnSpc>
              <a:spcBef>
                <a:spcPts val="0"/>
              </a:spcBef>
              <a:defRPr/>
            </a:lvl2pPr>
            <a:lvl3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3pPr>
            <a:lvl4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4pPr>
            <a:lvl5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5pPr>
            <a:lvl7pPr marL="1716405" indent="-338455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v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7pPr>
          </a:lstStyle>
          <a:p>
            <a:pPr lvl="0"/>
            <a:r>
              <a:rPr lang="en-US" dirty="0"/>
              <a:t>Click to edit Master text styles </a:t>
            </a:r>
            <a:r>
              <a:rPr lang="zh-CN" altLang="en-US" dirty="0"/>
              <a:t>主文档</a:t>
            </a:r>
            <a:endParaRPr lang="en-US" dirty="0"/>
          </a:p>
          <a:p>
            <a:pPr lvl="2"/>
            <a:r>
              <a:rPr lang="en-US" dirty="0"/>
              <a:t>Second level </a:t>
            </a:r>
            <a:r>
              <a:rPr lang="zh-CN" altLang="en-US" dirty="0"/>
              <a:t>第一级</a:t>
            </a:r>
            <a:endParaRPr lang="en-US" dirty="0"/>
          </a:p>
          <a:p>
            <a:pPr lvl="3"/>
            <a:r>
              <a:rPr lang="en-US" dirty="0"/>
              <a:t>Third level </a:t>
            </a:r>
            <a:r>
              <a:rPr lang="zh-CN" altLang="en-US" dirty="0"/>
              <a:t>第二级</a:t>
            </a:r>
            <a:endParaRPr lang="en-US" dirty="0"/>
          </a:p>
          <a:p>
            <a:pPr lvl="4"/>
            <a:r>
              <a:rPr lang="en-US" dirty="0"/>
              <a:t>Fourth level </a:t>
            </a:r>
            <a:r>
              <a:rPr lang="zh-CN" altLang="en-US" dirty="0"/>
              <a:t>第三级</a:t>
            </a:r>
            <a:endParaRPr lang="en-US" dirty="0"/>
          </a:p>
          <a:p>
            <a:pPr lvl="6"/>
            <a:r>
              <a:rPr lang="en-US" dirty="0"/>
              <a:t>Fifth level </a:t>
            </a:r>
            <a:r>
              <a:rPr lang="zh-CN" altLang="en-US" dirty="0"/>
              <a:t>第四季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215" y="3131039"/>
            <a:ext cx="3267572" cy="5959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904875" y="1037287"/>
            <a:ext cx="10382250" cy="4885678"/>
          </a:xfrm>
          <a:prstGeom prst="rect">
            <a:avLst/>
          </a:prstGeom>
        </p:spPr>
        <p:txBody>
          <a:bodyPr lIns="0" tIns="0" rIns="0" bIns="0"/>
          <a:lstStyle>
            <a:lvl1pPr>
              <a:defRPr b="0" i="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  <a:lvl2pPr>
              <a:defRPr b="0" i="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2pPr>
            <a:lvl3pPr>
              <a:defRPr b="0" i="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3pPr>
            <a:lvl4pPr>
              <a:defRPr b="0" i="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4pPr>
            <a:lvl5pPr>
              <a:defRPr b="0" i="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904875" y="485180"/>
            <a:ext cx="10382250" cy="349339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b="0" i="0" baseline="0">
                <a:solidFill>
                  <a:srgbClr val="016AA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grpSp>
        <p:nvGrpSpPr>
          <p:cNvPr id="8" name="组 7"/>
          <p:cNvGrpSpPr/>
          <p:nvPr userDrawn="1"/>
        </p:nvGrpSpPr>
        <p:grpSpPr>
          <a:xfrm>
            <a:off x="560686" y="604926"/>
            <a:ext cx="197930" cy="110949"/>
            <a:chOff x="456330" y="605220"/>
            <a:chExt cx="197930" cy="110949"/>
          </a:xfrm>
        </p:grpSpPr>
        <p:grpSp>
          <p:nvGrpSpPr>
            <p:cNvPr id="9" name="组 8"/>
            <p:cNvGrpSpPr/>
            <p:nvPr/>
          </p:nvGrpSpPr>
          <p:grpSpPr>
            <a:xfrm rot="2700000">
              <a:off x="456330" y="605220"/>
              <a:ext cx="110948" cy="110948"/>
              <a:chOff x="2178050" y="479425"/>
              <a:chExt cx="193675" cy="193675"/>
            </a:xfrm>
          </p:grpSpPr>
          <p:cxnSp>
            <p:nvCxnSpPr>
              <p:cNvPr id="13" name="直线连接符 12"/>
              <p:cNvCxnSpPr/>
              <p:nvPr/>
            </p:nvCxnSpPr>
            <p:spPr bwMode="auto">
              <a:xfrm>
                <a:off x="2178050" y="479425"/>
                <a:ext cx="193675" cy="0"/>
              </a:xfrm>
              <a:prstGeom prst="line">
                <a:avLst/>
              </a:prstGeom>
              <a:gradFill rotWithShape="0">
                <a:gsLst>
                  <a:gs pos="0">
                    <a:srgbClr val="FFA5A3"/>
                  </a:gs>
                  <a:gs pos="34999">
                    <a:srgbClr val="FFBEBE"/>
                  </a:gs>
                  <a:gs pos="100000">
                    <a:srgbClr val="FFE6E6"/>
                  </a:gs>
                </a:gsLst>
                <a:lin ang="16200000" scaled="1"/>
              </a:gradFill>
              <a:ln w="9525" cap="flat" cmpd="sng" algn="ctr">
                <a:solidFill>
                  <a:srgbClr val="016AAE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" name="直线连接符 13"/>
              <p:cNvCxnSpPr/>
              <p:nvPr/>
            </p:nvCxnSpPr>
            <p:spPr bwMode="auto">
              <a:xfrm rot="5400000">
                <a:off x="2274887" y="576263"/>
                <a:ext cx="193675" cy="0"/>
              </a:xfrm>
              <a:prstGeom prst="line">
                <a:avLst/>
              </a:prstGeom>
              <a:gradFill rotWithShape="0">
                <a:gsLst>
                  <a:gs pos="0">
                    <a:srgbClr val="FFA5A3"/>
                  </a:gs>
                  <a:gs pos="34999">
                    <a:srgbClr val="FFBEBE"/>
                  </a:gs>
                  <a:gs pos="100000">
                    <a:srgbClr val="FFE6E6"/>
                  </a:gs>
                </a:gsLst>
                <a:lin ang="16200000" scaled="1"/>
              </a:gradFill>
              <a:ln w="9525" cap="flat" cmpd="sng" algn="ctr">
                <a:solidFill>
                  <a:srgbClr val="016AAE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" name="组 9"/>
            <p:cNvGrpSpPr/>
            <p:nvPr/>
          </p:nvGrpSpPr>
          <p:grpSpPr>
            <a:xfrm rot="2700000">
              <a:off x="543312" y="605221"/>
              <a:ext cx="110948" cy="110948"/>
              <a:chOff x="2178050" y="479425"/>
              <a:chExt cx="193675" cy="193675"/>
            </a:xfrm>
          </p:grpSpPr>
          <p:cxnSp>
            <p:nvCxnSpPr>
              <p:cNvPr id="11" name="直线连接符 10"/>
              <p:cNvCxnSpPr/>
              <p:nvPr/>
            </p:nvCxnSpPr>
            <p:spPr bwMode="auto">
              <a:xfrm>
                <a:off x="2178050" y="479425"/>
                <a:ext cx="193675" cy="0"/>
              </a:xfrm>
              <a:prstGeom prst="line">
                <a:avLst/>
              </a:prstGeom>
              <a:gradFill rotWithShape="0">
                <a:gsLst>
                  <a:gs pos="0">
                    <a:srgbClr val="FFA5A3"/>
                  </a:gs>
                  <a:gs pos="34999">
                    <a:srgbClr val="FFBEBE"/>
                  </a:gs>
                  <a:gs pos="100000">
                    <a:srgbClr val="FFE6E6"/>
                  </a:gs>
                </a:gsLst>
                <a:lin ang="16200000" scaled="1"/>
              </a:gradFill>
              <a:ln w="9525" cap="flat" cmpd="sng" algn="ctr">
                <a:solidFill>
                  <a:srgbClr val="016AAE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" name="直线连接符 11"/>
              <p:cNvCxnSpPr/>
              <p:nvPr/>
            </p:nvCxnSpPr>
            <p:spPr bwMode="auto">
              <a:xfrm rot="5400000">
                <a:off x="2274887" y="576263"/>
                <a:ext cx="193675" cy="0"/>
              </a:xfrm>
              <a:prstGeom prst="line">
                <a:avLst/>
              </a:prstGeom>
              <a:gradFill rotWithShape="0">
                <a:gsLst>
                  <a:gs pos="0">
                    <a:srgbClr val="FFA5A3"/>
                  </a:gs>
                  <a:gs pos="34999">
                    <a:srgbClr val="FFBEBE"/>
                  </a:gs>
                  <a:gs pos="100000">
                    <a:srgbClr val="FFE6E6"/>
                  </a:gs>
                </a:gsLst>
                <a:lin ang="16200000" scaled="1"/>
              </a:gradFill>
              <a:ln w="9525" cap="flat" cmpd="sng" algn="ctr">
                <a:solidFill>
                  <a:srgbClr val="016AAE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AcnFootnote" hidden="1"/>
          <p:cNvSpPr txBox="1">
            <a:spLocks noChangeArrowheads="1"/>
          </p:cNvSpPr>
          <p:nvPr/>
        </p:nvSpPr>
        <p:spPr bwMode="auto">
          <a:xfrm>
            <a:off x="239185" y="6251159"/>
            <a:ext cx="11707283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b">
            <a:spAutoFit/>
          </a:bodyPr>
          <a:lstStyle>
            <a:lvl1pPr marL="538480" indent="-53848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14375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78205" indent="-1638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066800" indent="-1892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24333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7005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1577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6149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0721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zh-CN" altLang="zh-CN" sz="1000" b="0">
                <a:latin typeface="Arial" panose="020B0604020202020204" pitchFamily="34" charset="0"/>
                <a:ea typeface="宋体" panose="02010600030101010101" pitchFamily="2" charset="-122"/>
              </a:rPr>
              <a:t>*	Footnote</a:t>
            </a:r>
          </a:p>
          <a:p>
            <a: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zh-CN" altLang="zh-CN" sz="1000" b="0">
                <a:latin typeface="Arial" panose="020B0604020202020204" pitchFamily="34" charset="0"/>
                <a:ea typeface="宋体" panose="02010600030101010101" pitchFamily="2" charset="-122"/>
              </a:rPr>
              <a:t>Source:	Source</a:t>
            </a:r>
          </a:p>
        </p:txBody>
      </p:sp>
      <p:sp>
        <p:nvSpPr>
          <p:cNvPr id="1035" name="AcnRoadmap_ID_1121" hidden="1"/>
          <p:cNvSpPr txBox="1">
            <a:spLocks noChangeArrowheads="1"/>
          </p:cNvSpPr>
          <p:nvPr/>
        </p:nvSpPr>
        <p:spPr bwMode="auto">
          <a:xfrm>
            <a:off x="6364820" y="88900"/>
            <a:ext cx="5581649" cy="184666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7780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42900" indent="-1638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533400" indent="-1892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71120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1684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6256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0828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5400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zh-CN" altLang="zh-CN" sz="1200" i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Roadmap</a:t>
            </a:r>
          </a:p>
        </p:txBody>
      </p:sp>
      <p:sp>
        <p:nvSpPr>
          <p:cNvPr id="1036" name="AcnSubjectTitle_ID_1124" hidden="1"/>
          <p:cNvSpPr txBox="1">
            <a:spLocks noChangeArrowheads="1"/>
          </p:cNvSpPr>
          <p:nvPr/>
        </p:nvSpPr>
        <p:spPr bwMode="auto">
          <a:xfrm>
            <a:off x="239184" y="1420816"/>
            <a:ext cx="9313333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7780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42900" indent="-1638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533400" indent="-1892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71120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1684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6256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0828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5400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zh-CN" altLang="zh-CN" sz="1600">
                <a:latin typeface="Arial" panose="020B0604020202020204" pitchFamily="34" charset="0"/>
                <a:ea typeface="宋体" panose="02010600030101010101" pitchFamily="2" charset="-122"/>
              </a:rPr>
              <a:t>Subject Title</a:t>
            </a:r>
          </a:p>
        </p:txBody>
      </p:sp>
      <p:sp>
        <p:nvSpPr>
          <p:cNvPr id="1037" name="AcnUnitofMeasure_ID_1125" hidden="1"/>
          <p:cNvSpPr txBox="1">
            <a:spLocks noChangeArrowheads="1"/>
          </p:cNvSpPr>
          <p:nvPr/>
        </p:nvSpPr>
        <p:spPr bwMode="auto">
          <a:xfrm>
            <a:off x="239184" y="1697038"/>
            <a:ext cx="9313333" cy="214312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7780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42900" indent="-1638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533400" indent="-1892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71120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1684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6256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0828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5400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zh-CN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t>Unit of Measure</a:t>
            </a:r>
          </a:p>
        </p:txBody>
      </p:sp>
      <p:sp>
        <p:nvSpPr>
          <p:cNvPr id="2" name="AcnStamp_ID_1126" hidden="1"/>
          <p:cNvSpPr>
            <a:spLocks noChangeArrowheads="1"/>
          </p:cNvSpPr>
          <p:nvPr/>
        </p:nvSpPr>
        <p:spPr bwMode="auto">
          <a:xfrm>
            <a:off x="10542750" y="1411288"/>
            <a:ext cx="1403718" cy="266740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>
            <a:noFill/>
            <a:miter lim="800000"/>
          </a:ln>
        </p:spPr>
        <p:txBody>
          <a:bodyPr wrap="none" lIns="0" tIns="25400" rIns="0" bIns="25400">
            <a:spAutoFit/>
          </a:bodyPr>
          <a:lstStyle/>
          <a:p>
            <a:pPr algn="r">
              <a:buSzPct val="100000"/>
              <a:buFont typeface="Wingdings" panose="05000000000000000000" pitchFamily="2" charset="2"/>
              <a:buNone/>
              <a:defRPr/>
            </a:pPr>
            <a:r>
              <a:rPr lang="zh-CN" altLang="zh-CN" sz="1400"/>
              <a:t>MASTER STAMP</a:t>
            </a:r>
          </a:p>
        </p:txBody>
      </p:sp>
      <p:cxnSp>
        <p:nvCxnSpPr>
          <p:cNvPr id="3" name="AcnStpConnector_ID_1127" hidden="1"/>
          <p:cNvCxnSpPr>
            <a:cxnSpLocks noChangeShapeType="1"/>
          </p:cNvCxnSpPr>
          <p:nvPr/>
        </p:nvCxnSpPr>
        <p:spPr bwMode="auto">
          <a:xfrm>
            <a:off x="10049935" y="1411288"/>
            <a:ext cx="1896533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</p:spPr>
      </p:cxnSp>
      <p:cxnSp>
        <p:nvCxnSpPr>
          <p:cNvPr id="4" name="AcnStpConnector_ID_1128" hidden="1"/>
          <p:cNvCxnSpPr>
            <a:cxnSpLocks noChangeShapeType="1"/>
          </p:cNvCxnSpPr>
          <p:nvPr/>
        </p:nvCxnSpPr>
        <p:spPr bwMode="auto">
          <a:xfrm>
            <a:off x="10049935" y="1676400"/>
            <a:ext cx="1896533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</p:spPr>
      </p:cxnSp>
      <p:sp>
        <p:nvSpPr>
          <p:cNvPr id="1041" name="AcnFootnote_ID_1129" hidden="1"/>
          <p:cNvSpPr txBox="1">
            <a:spLocks noChangeArrowheads="1"/>
          </p:cNvSpPr>
          <p:nvPr/>
        </p:nvSpPr>
        <p:spPr bwMode="auto">
          <a:xfrm>
            <a:off x="239185" y="6251159"/>
            <a:ext cx="11707283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b">
            <a:spAutoFit/>
          </a:bodyPr>
          <a:lstStyle>
            <a:lvl1pPr marL="538480" indent="-53848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14375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78205" indent="-1638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066800" indent="-1892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24333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7005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1577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6149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0721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zh-CN" altLang="zh-CN" sz="1000" b="0">
                <a:latin typeface="Arial" panose="020B0604020202020204" pitchFamily="34" charset="0"/>
                <a:ea typeface="宋体" panose="02010600030101010101" pitchFamily="2" charset="-122"/>
              </a:rPr>
              <a:t>*	Footnote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zh-CN" altLang="zh-CN" sz="1000" b="0">
                <a:latin typeface="Arial" panose="020B0604020202020204" pitchFamily="34" charset="0"/>
                <a:ea typeface="宋体" panose="02010600030101010101" pitchFamily="2" charset="-122"/>
              </a:rPr>
              <a:t>Source:	Source</a:t>
            </a:r>
          </a:p>
        </p:txBody>
      </p:sp>
      <p:sp>
        <p:nvSpPr>
          <p:cNvPr id="33" name="Title Placeholder 32"/>
          <p:cNvSpPr>
            <a:spLocks noGrp="1"/>
          </p:cNvSpPr>
          <p:nvPr>
            <p:ph type="title"/>
          </p:nvPr>
        </p:nvSpPr>
        <p:spPr>
          <a:xfrm>
            <a:off x="863564" y="-24"/>
            <a:ext cx="11094677" cy="80467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8" name="平行四边形 17"/>
          <p:cNvSpPr/>
          <p:nvPr/>
        </p:nvSpPr>
        <p:spPr>
          <a:xfrm>
            <a:off x="551384" y="507788"/>
            <a:ext cx="167277" cy="29686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>
          <a:xfrm>
            <a:off x="863564" y="1246173"/>
            <a:ext cx="11094677" cy="4930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" name="Rectangle 8"/>
          <p:cNvSpPr txBox="1">
            <a:spLocks noChangeArrowheads="1"/>
          </p:cNvSpPr>
          <p:nvPr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‹#›</a:t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000" b="1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ts val="0"/>
        </a:spcBef>
        <a:spcAft>
          <a:spcPct val="0"/>
        </a:spcAft>
        <a:buClr>
          <a:schemeClr val="tx1"/>
        </a:buClr>
        <a:buSzPct val="100000"/>
        <a:buFont typeface="Wingdings" panose="05000000000000000000" pitchFamily="2" charset="2"/>
        <a:defRPr sz="2000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  <a:cs typeface="+mn-cs"/>
        </a:defRPr>
      </a:lvl1pPr>
      <a:lvl2pPr marL="266700" indent="-265430" algn="l" rtl="0" eaLnBrk="1" fontAlgn="base" hangingPunct="1">
        <a:lnSpc>
          <a:spcPct val="150000"/>
        </a:lnSpc>
        <a:spcBef>
          <a:spcPts val="0"/>
        </a:spcBef>
        <a:spcAft>
          <a:spcPct val="0"/>
        </a:spcAft>
        <a:buClr>
          <a:schemeClr val="tx1">
            <a:lumMod val="65000"/>
            <a:lumOff val="35000"/>
          </a:schemeClr>
        </a:buClr>
        <a:buSzPct val="100000"/>
        <a:buFont typeface="Wingdings" panose="05000000000000000000" pitchFamily="2" charset="2"/>
        <a:buChar char=""/>
        <a:defRPr sz="2000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</a:defRPr>
      </a:lvl2pPr>
      <a:lvl3pPr marL="627380" indent="-288925" algn="l" rtl="0" eaLnBrk="1" fontAlgn="base" hangingPunct="1">
        <a:lnSpc>
          <a:spcPct val="150000"/>
        </a:lnSpc>
        <a:spcBef>
          <a:spcPts val="0"/>
        </a:spcBef>
        <a:spcAft>
          <a:spcPct val="0"/>
        </a:spcAft>
        <a:buClr>
          <a:schemeClr val="tx1">
            <a:lumMod val="65000"/>
            <a:lumOff val="35000"/>
          </a:schemeClr>
        </a:buClr>
        <a:buSzPct val="100000"/>
        <a:buFont typeface="Wingdings" panose="05000000000000000000" pitchFamily="2" charset="2"/>
        <a:buChar char=""/>
        <a:defRPr sz="1800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</a:defRPr>
      </a:lvl3pPr>
      <a:lvl4pPr marL="986155" indent="-297180" algn="l" rtl="0" eaLnBrk="1" fontAlgn="base" hangingPunct="1">
        <a:lnSpc>
          <a:spcPct val="150000"/>
        </a:lnSpc>
        <a:spcBef>
          <a:spcPts val="0"/>
        </a:spcBef>
        <a:spcAft>
          <a:spcPct val="0"/>
        </a:spcAft>
        <a:buClr>
          <a:schemeClr val="tx1">
            <a:lumMod val="65000"/>
            <a:lumOff val="35000"/>
          </a:schemeClr>
        </a:buClr>
        <a:buSzPct val="100000"/>
        <a:buFont typeface="Wingdings" panose="05000000000000000000" pitchFamily="2" charset="2"/>
        <a:buChar char=""/>
        <a:defRPr sz="1600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</a:defRPr>
      </a:lvl4pPr>
      <a:lvl5pPr marL="1252855" indent="-225425" algn="l" rtl="0" eaLnBrk="1" fontAlgn="base" hangingPunct="1">
        <a:lnSpc>
          <a:spcPct val="150000"/>
        </a:lnSpc>
        <a:spcBef>
          <a:spcPts val="0"/>
        </a:spcBef>
        <a:spcAft>
          <a:spcPct val="0"/>
        </a:spcAft>
        <a:buClr>
          <a:schemeClr val="tx1">
            <a:lumMod val="65000"/>
            <a:lumOff val="35000"/>
          </a:schemeClr>
        </a:buClr>
        <a:buSzPct val="100000"/>
        <a:buFont typeface="Wingdings" panose="05000000000000000000" pitchFamily="2" charset="2"/>
        <a:buChar char=""/>
        <a:defRPr sz="1600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</a:defRPr>
      </a:lvl5pPr>
      <a:lvl6pPr marL="1168400" indent="-17653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</a:defRPr>
      </a:lvl6pPr>
      <a:lvl7pPr marL="1625600" indent="-17653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</a:defRPr>
      </a:lvl7pPr>
      <a:lvl8pPr marL="2082800" indent="-17653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</a:defRPr>
      </a:lvl8pPr>
      <a:lvl9pPr marL="2540000" indent="-17653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 sz="quarter"/>
          </p:nvPr>
        </p:nvSpPr>
        <p:spPr>
          <a:xfrm>
            <a:off x="1045901" y="1981416"/>
            <a:ext cx="11001719" cy="1285883"/>
          </a:xfrm>
        </p:spPr>
        <p:txBody>
          <a:bodyPr/>
          <a:lstStyle/>
          <a:p>
            <a:r>
              <a:rPr lang="zh-CN" altLang="en-US" sz="2800" dirty="0"/>
              <a:t>座椅</a:t>
            </a:r>
            <a:r>
              <a:rPr lang="en-US" altLang="zh-CN" sz="2800" dirty="0"/>
              <a:t>STO</a:t>
            </a:r>
            <a:r>
              <a:rPr lang="zh-CN" altLang="en-US" sz="2800" dirty="0"/>
              <a:t>间隙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/>
              <a:t>金轲     </a:t>
            </a:r>
            <a:r>
              <a:rPr lang="en-US" altLang="zh-CN" dirty="0"/>
              <a:t>2023-11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pc="200" dirty="0">
                <a:solidFill>
                  <a:srgbClr val="2683C6"/>
                </a:solidFill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3473" y="1363579"/>
            <a:ext cx="22349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3200" spc="200" dirty="0">
                <a:solidFill>
                  <a:srgbClr val="2683C6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rPr>
              <a:t>设计要求</a:t>
            </a:r>
            <a:endParaRPr lang="en-US" altLang="zh-CN" sz="3200" spc="200" dirty="0">
              <a:solidFill>
                <a:srgbClr val="2683C6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200" dirty="0">
                <a:solidFill>
                  <a:srgbClr val="2683C6"/>
                </a:solidFill>
              </a:rPr>
              <a:t>设计要求</a:t>
            </a:r>
          </a:p>
        </p:txBody>
      </p:sp>
      <p:sp>
        <p:nvSpPr>
          <p:cNvPr id="53" name="内容占位符 2"/>
          <p:cNvSpPr txBox="1"/>
          <p:nvPr>
            <p:custDataLst>
              <p:tags r:id="rId1"/>
            </p:custDataLst>
          </p:nvPr>
        </p:nvSpPr>
        <p:spPr>
          <a:xfrm>
            <a:off x="695325" y="929640"/>
            <a:ext cx="6128385" cy="517525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defRPr sz="16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  <a:lvl2pPr marL="266700" indent="-26543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Wingdings" panose="05000000000000000000" pitchFamily="2" charset="2"/>
              <a:buChar char=""/>
              <a:defRPr sz="16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2pPr>
            <a:lvl3pPr marL="627380" indent="-288925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Wingdings" panose="05000000000000000000" pitchFamily="2" charset="2"/>
              <a:buChar char=""/>
              <a:defRPr sz="12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3pPr>
            <a:lvl4pPr marL="986155" indent="-29718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Wingdings" panose="05000000000000000000" pitchFamily="2" charset="2"/>
              <a:buChar char=""/>
              <a:defRPr sz="16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4pPr>
            <a:lvl5pPr marL="1252855" indent="-225425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Wingdings" panose="05000000000000000000" pitchFamily="2" charset="2"/>
              <a:buChar char=""/>
              <a:defRPr sz="16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5pPr>
            <a:lvl6pPr marL="1168400" indent="-1765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</a:defRPr>
            </a:lvl6pPr>
            <a:lvl7pPr marL="1625600" indent="-1765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</a:defRPr>
            </a:lvl7pPr>
            <a:lvl8pPr marL="2082800" indent="-1765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</a:defRPr>
            </a:lvl8pPr>
            <a:lvl9pPr marL="2540000" indent="-1765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1200" b="1" u="sng" spc="200" dirty="0">
                <a:solidFill>
                  <a:srgbClr val="2683C6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rPr>
              <a:t>靠背</a:t>
            </a:r>
            <a:r>
              <a:rPr lang="en-US" altLang="zh-CN" sz="1200" b="1" u="sng" spc="200" dirty="0">
                <a:solidFill>
                  <a:srgbClr val="2683C6"/>
                </a:solidFill>
                <a:cs typeface="+mj-cs"/>
                <a:sym typeface="+mn-ea"/>
              </a:rPr>
              <a:t>STO</a:t>
            </a:r>
            <a:r>
              <a:rPr lang="zh-CN" altLang="en-US" sz="1200" b="1" u="sng" spc="200" dirty="0">
                <a:solidFill>
                  <a:srgbClr val="2683C6"/>
                </a:solidFill>
                <a:cs typeface="+mj-cs"/>
                <a:sym typeface="+mn-ea"/>
              </a:rPr>
              <a:t>间隙</a:t>
            </a:r>
            <a:r>
              <a:rPr lang="zh-CN" altLang="en-US" sz="1200" b="1" u="sng" spc="200" dirty="0">
                <a:solidFill>
                  <a:srgbClr val="2683C6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rPr>
              <a:t>要求</a:t>
            </a:r>
          </a:p>
          <a:p>
            <a:pPr>
              <a:spcBef>
                <a:spcPct val="0"/>
              </a:spcBef>
            </a:pPr>
            <a:r>
              <a:rPr lang="zh-CN" altLang="en-US" sz="1200" b="1" u="sng" spc="200" dirty="0">
                <a:solidFill>
                  <a:srgbClr val="2683C6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rPr>
              <a:t>截图后测量以下参数，看是否满足要求</a:t>
            </a:r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967355" y="5591810"/>
          <a:ext cx="4798060" cy="72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0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9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sym typeface="+mn-ea"/>
                        </a:rPr>
                        <a:t>序号</a:t>
                      </a:r>
                      <a:endParaRPr lang="zh-CN" altLang="en-US" sz="11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anchor="ctr">
                    <a:lnL w="19050">
                      <a:solidFill>
                        <a:schemeClr val="accent2"/>
                      </a:solidFill>
                      <a:prstDash val="solid"/>
                    </a:lnL>
                    <a:lnR w="19050">
                      <a:solidFill>
                        <a:schemeClr val="accent2"/>
                      </a:solidFill>
                      <a:prstDash val="solid"/>
                    </a:lnR>
                    <a:lnT w="19050">
                      <a:solidFill>
                        <a:schemeClr val="accent2"/>
                      </a:solidFill>
                      <a:prstDash val="solid"/>
                    </a:lnT>
                    <a:lnB w="19050">
                      <a:solidFill>
                        <a:schemeClr val="accent2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tx1"/>
                          </a:solidFill>
                        </a:rPr>
                        <a:t>描述</a:t>
                      </a:r>
                    </a:p>
                  </a:txBody>
                  <a:tcPr anchor="ctr">
                    <a:lnL w="19050">
                      <a:solidFill>
                        <a:schemeClr val="accent2"/>
                      </a:solidFill>
                      <a:prstDash val="solid"/>
                    </a:lnL>
                    <a:lnR w="19050">
                      <a:solidFill>
                        <a:schemeClr val="accent2"/>
                      </a:solidFill>
                      <a:prstDash val="solid"/>
                    </a:lnR>
                    <a:lnT w="19050">
                      <a:solidFill>
                        <a:schemeClr val="accent2"/>
                      </a:solidFill>
                      <a:prstDash val="solid"/>
                    </a:lnT>
                    <a:lnB w="19050">
                      <a:solidFill>
                        <a:schemeClr val="accent2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sym typeface="+mn-ea"/>
                        </a:rPr>
                        <a:t>设计目标值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>
                      <a:solidFill>
                        <a:schemeClr val="accent2"/>
                      </a:solidFill>
                      <a:prstDash val="solid"/>
                    </a:lnL>
                    <a:lnR w="19050">
                      <a:solidFill>
                        <a:schemeClr val="accent2"/>
                      </a:solidFill>
                      <a:prstDash val="solid"/>
                    </a:lnR>
                    <a:lnT w="19050">
                      <a:solidFill>
                        <a:schemeClr val="accent2"/>
                      </a:solidFill>
                      <a:prstDash val="solid"/>
                    </a:lnT>
                    <a:lnB w="19050">
                      <a:solidFill>
                        <a:schemeClr val="accent2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altLang="zh-CN" sz="900" b="1" kern="1200" spc="2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C17.3a</a:t>
                      </a:r>
                    </a:p>
                  </a:txBody>
                  <a:tcPr anchor="ctr">
                    <a:lnL w="19050">
                      <a:solidFill>
                        <a:schemeClr val="accent2"/>
                      </a:solidFill>
                      <a:prstDash val="solid"/>
                    </a:lnL>
                    <a:lnR w="19050">
                      <a:solidFill>
                        <a:schemeClr val="accent2"/>
                      </a:solidFill>
                      <a:prstDash val="solid"/>
                    </a:lnR>
                    <a:lnT w="19050">
                      <a:solidFill>
                        <a:schemeClr val="accent2"/>
                      </a:solidFill>
                      <a:prstDash val="solid"/>
                    </a:lnT>
                    <a:lnB w="19050">
                      <a:solidFill>
                        <a:schemeClr val="accent2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kern="1200" spc="2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不含发泡的</a:t>
                      </a:r>
                      <a:r>
                        <a:rPr lang="en-US" altLang="zh-CN" sz="900" b="1" kern="1200" spc="2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STO</a:t>
                      </a:r>
                      <a:r>
                        <a:rPr lang="zh-CN" altLang="en-US" sz="900" b="1" kern="1200" spc="2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的最小覆盖范围</a:t>
                      </a:r>
                    </a:p>
                  </a:txBody>
                  <a:tcPr anchor="ctr">
                    <a:lnL w="19050">
                      <a:solidFill>
                        <a:schemeClr val="accent2"/>
                      </a:solidFill>
                      <a:prstDash val="solid"/>
                    </a:lnL>
                    <a:lnR w="19050">
                      <a:solidFill>
                        <a:schemeClr val="accent2"/>
                      </a:solidFill>
                      <a:prstDash val="solid"/>
                    </a:lnR>
                    <a:lnT w="19050">
                      <a:solidFill>
                        <a:schemeClr val="accent2"/>
                      </a:solidFill>
                      <a:prstDash val="solid"/>
                    </a:lnT>
                    <a:lnB w="19050">
                      <a:solidFill>
                        <a:schemeClr val="accent2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1" kern="1200" spc="2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层压板厚度</a:t>
                      </a:r>
                    </a:p>
                  </a:txBody>
                  <a:tcPr anchor="ctr">
                    <a:lnL w="19050">
                      <a:solidFill>
                        <a:schemeClr val="accent2"/>
                      </a:solidFill>
                      <a:prstDash val="solid"/>
                    </a:lnL>
                    <a:lnR w="19050">
                      <a:solidFill>
                        <a:schemeClr val="accent2"/>
                      </a:solidFill>
                      <a:prstDash val="solid"/>
                    </a:lnR>
                    <a:lnT w="19050">
                      <a:solidFill>
                        <a:schemeClr val="accent2"/>
                      </a:solidFill>
                      <a:prstDash val="solid"/>
                    </a:lnT>
                    <a:lnB w="19050">
                      <a:solidFill>
                        <a:schemeClr val="accent2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1727835" y="1718310"/>
            <a:ext cx="3812540" cy="3601720"/>
            <a:chOff x="1095" y="2885"/>
            <a:chExt cx="6004" cy="5672"/>
          </a:xfrm>
        </p:grpSpPr>
        <p:grpSp>
          <p:nvGrpSpPr>
            <p:cNvPr id="6" name="组合 5"/>
            <p:cNvGrpSpPr/>
            <p:nvPr/>
          </p:nvGrpSpPr>
          <p:grpSpPr>
            <a:xfrm>
              <a:off x="1095" y="2885"/>
              <a:ext cx="6004" cy="5672"/>
              <a:chOff x="1095" y="2885"/>
              <a:chExt cx="6004" cy="5672"/>
            </a:xfrm>
          </p:grpSpPr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>
              <a:blip r:embed="rId6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95" y="2885"/>
                <a:ext cx="6005" cy="56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96" name="TextBox 23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246" y="6948"/>
                <a:ext cx="1050" cy="3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000" b="1"/>
                  <a:t>C17.3a</a:t>
                </a: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359" y="5207"/>
              <a:ext cx="1596" cy="386"/>
            </a:xfrm>
            <a:prstGeom prst="rect">
              <a:avLst/>
            </a:prstGeom>
            <a:solidFill>
              <a:srgbClr val="F8F8F8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000" b="1"/>
                <a:t>设计位置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384" y="5287"/>
              <a:ext cx="1596" cy="386"/>
            </a:xfrm>
            <a:prstGeom prst="rect">
              <a:avLst/>
            </a:prstGeom>
            <a:solidFill>
              <a:srgbClr val="F8F8F8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000" b="1"/>
                <a:t>最后位置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910" y="8008"/>
              <a:ext cx="921" cy="305"/>
            </a:xfrm>
            <a:prstGeom prst="rect">
              <a:avLst/>
            </a:prstGeom>
            <a:solidFill>
              <a:srgbClr val="F8F8F8"/>
            </a:solidFill>
          </p:spPr>
          <p:txBody>
            <a:bodyPr wrap="square" rtlCol="0">
              <a:noAutofit/>
            </a:bodyPr>
            <a:lstStyle/>
            <a:p>
              <a:r>
                <a:rPr lang="zh-CN" altLang="en-US" sz="1000" b="1"/>
                <a:t>放倒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UzNzExMzRlYTU3MWVhMzg4Y2Y0NTllNTZhMDBiOG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77*56"/>
  <p:tag name="TABLE_ENDDRAG_RECT" val="126*440*377*56"/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SOTOS Template 2016 v1 0">
  <a:themeElements>
    <a:clrScheme name="Blank 1">
      <a:dk1>
        <a:srgbClr val="000000"/>
      </a:dk1>
      <a:lt1>
        <a:srgbClr val="FFFFFF"/>
      </a:lt1>
      <a:dk2>
        <a:srgbClr val="FFFFFF"/>
      </a:dk2>
      <a:lt2>
        <a:srgbClr val="999999"/>
      </a:lt2>
      <a:accent1>
        <a:srgbClr val="D6EBF6"/>
      </a:accent1>
      <a:accent2>
        <a:srgbClr val="83C2E5"/>
      </a:accent2>
      <a:accent3>
        <a:srgbClr val="FFFFFF"/>
      </a:accent3>
      <a:accent4>
        <a:srgbClr val="000000"/>
      </a:accent4>
      <a:accent5>
        <a:srgbClr val="E8F3FA"/>
      </a:accent5>
      <a:accent6>
        <a:srgbClr val="76B0CF"/>
      </a:accent6>
      <a:hlink>
        <a:srgbClr val="288FC8"/>
      </a:hlink>
      <a:folHlink>
        <a:srgbClr val="006699"/>
      </a:folHlink>
    </a:clrScheme>
    <a:fontScheme name="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A5A3"/>
            </a:gs>
            <a:gs pos="34999">
              <a:srgbClr val="FFBEBE"/>
            </a:gs>
            <a:gs pos="100000">
              <a:srgbClr val="FFE6E6"/>
            </a:gs>
          </a:gsLst>
          <a:lin ang="16200000" scaled="1"/>
        </a:gradFill>
        <a:ln w="9525" cap="flat" cmpd="sng" algn="ctr">
          <a:solidFill>
            <a:srgbClr val="74B548"/>
          </a:solidFill>
          <a:prstDash val="solid"/>
          <a:round/>
          <a:headEnd type="none" w="med" len="med"/>
          <a:tailEnd type="none" w="med" len="med"/>
        </a:ln>
      </a:spPr>
      <a:bodyPr vert="horz" wrap="square" lIns="0" tIns="0" rIns="0" bIns="0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A5A3"/>
            </a:gs>
            <a:gs pos="34999">
              <a:srgbClr val="FFBEBE"/>
            </a:gs>
            <a:gs pos="100000">
              <a:srgbClr val="FFE6E6"/>
            </a:gs>
          </a:gsLst>
          <a:lin ang="16200000" scaled="1"/>
        </a:gradFill>
        <a:ln w="9525" cap="flat" cmpd="sng" algn="ctr">
          <a:solidFill>
            <a:srgbClr val="74B548"/>
          </a:solidFill>
          <a:prstDash val="solid"/>
          <a:round/>
          <a:headEnd type="none" w="med" len="med"/>
          <a:tailEnd type="none" w="med" len="med"/>
        </a:ln>
      </a:spPr>
      <a:bodyPr vert="horz" wrap="square" lIns="0" tIns="0" rIns="0" bIns="0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FFFFFF"/>
        </a:dk2>
        <a:lt2>
          <a:srgbClr val="999999"/>
        </a:lt2>
        <a:accent1>
          <a:srgbClr val="D6EBF6"/>
        </a:accent1>
        <a:accent2>
          <a:srgbClr val="83C2E5"/>
        </a:accent2>
        <a:accent3>
          <a:srgbClr val="FFFFFF"/>
        </a:accent3>
        <a:accent4>
          <a:srgbClr val="000000"/>
        </a:accent4>
        <a:accent5>
          <a:srgbClr val="E8F3FA"/>
        </a:accent5>
        <a:accent6>
          <a:srgbClr val="76B0CF"/>
        </a:accent6>
        <a:hlink>
          <a:srgbClr val="288FC8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Microsoft Office PowerPoint</Application>
  <PresentationFormat>宽屏</PresentationFormat>
  <Paragraphs>17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微软雅黑</vt:lpstr>
      <vt:lpstr>微软雅黑 Light</vt:lpstr>
      <vt:lpstr>Arial</vt:lpstr>
      <vt:lpstr>Calibri</vt:lpstr>
      <vt:lpstr>Garamond</vt:lpstr>
      <vt:lpstr>Wingdings</vt:lpstr>
      <vt:lpstr>SOTOS Template 2016 v1 0</vt:lpstr>
      <vt:lpstr>座椅STO间隙</vt:lpstr>
      <vt:lpstr>目录</vt:lpstr>
      <vt:lpstr>设计要求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admin</cp:lastModifiedBy>
  <cp:revision>847</cp:revision>
  <cp:lastPrinted>2016-09-01T05:28:00Z</cp:lastPrinted>
  <dcterms:created xsi:type="dcterms:W3CDTF">2016-08-01T08:50:00Z</dcterms:created>
  <dcterms:modified xsi:type="dcterms:W3CDTF">2024-07-19T08:13:45Z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5210792-6e5f-4945-9946-e33b2c1b77aa_Enabled">
    <vt:lpwstr>True</vt:lpwstr>
  </property>
  <property fmtid="{D5CDD505-2E9C-101B-9397-08002B2CF9AE}" pid="3" name="MSIP_Label_f5210792-6e5f-4945-9946-e33b2c1b77aa_SiteId">
    <vt:lpwstr>21f195bc-13e5-4339-82ea-ef8b8ecdd0a9</vt:lpwstr>
  </property>
  <property fmtid="{D5CDD505-2E9C-101B-9397-08002B2CF9AE}" pid="4" name="MSIP_Label_f5210792-6e5f-4945-9946-e33b2c1b77aa_Ref">
    <vt:lpwstr>https://api.informationprotection.azure.com/api/21f195bc-13e5-4339-82ea-ef8b8ecdd0a9</vt:lpwstr>
  </property>
  <property fmtid="{D5CDD505-2E9C-101B-9397-08002B2CF9AE}" pid="5" name="MSIP_Label_f5210792-6e5f-4945-9946-e33b2c1b77aa_SetBy">
    <vt:lpwstr>amaoj6@adient.com</vt:lpwstr>
  </property>
  <property fmtid="{D5CDD505-2E9C-101B-9397-08002B2CF9AE}" pid="6" name="MSIP_Label_f5210792-6e5f-4945-9946-e33b2c1b77aa_SetDate">
    <vt:lpwstr>2018-04-26T14:21:10.1089451+08:00</vt:lpwstr>
  </property>
  <property fmtid="{D5CDD505-2E9C-101B-9397-08002B2CF9AE}" pid="7" name="MSIP_Label_f5210792-6e5f-4945-9946-e33b2c1b77aa_Name">
    <vt:lpwstr>Internal</vt:lpwstr>
  </property>
  <property fmtid="{D5CDD505-2E9C-101B-9397-08002B2CF9AE}" pid="8" name="MSIP_Label_f5210792-6e5f-4945-9946-e33b2c1b77aa_Application">
    <vt:lpwstr>Microsoft Azure Information Protection</vt:lpwstr>
  </property>
  <property fmtid="{D5CDD505-2E9C-101B-9397-08002B2CF9AE}" pid="9" name="MSIP_Label_f5210792-6e5f-4945-9946-e33b2c1b77aa_Extended_MSFT_Method">
    <vt:lpwstr>Automatic</vt:lpwstr>
  </property>
  <property fmtid="{D5CDD505-2E9C-101B-9397-08002B2CF9AE}" pid="10" name="MSIP_Label_060af1b5-247a-4e2a-8e9e-2e59686e7457_Enabled">
    <vt:lpwstr>True</vt:lpwstr>
  </property>
  <property fmtid="{D5CDD505-2E9C-101B-9397-08002B2CF9AE}" pid="11" name="MSIP_Label_060af1b5-247a-4e2a-8e9e-2e59686e7457_SiteId">
    <vt:lpwstr>21f195bc-13e5-4339-82ea-ef8b8ecdd0a9</vt:lpwstr>
  </property>
  <property fmtid="{D5CDD505-2E9C-101B-9397-08002B2CF9AE}" pid="12" name="MSIP_Label_060af1b5-247a-4e2a-8e9e-2e59686e7457_Ref">
    <vt:lpwstr>https://api.informationprotection.azure.com/api/21f195bc-13e5-4339-82ea-ef8b8ecdd0a9</vt:lpwstr>
  </property>
  <property fmtid="{D5CDD505-2E9C-101B-9397-08002B2CF9AE}" pid="13" name="MSIP_Label_060af1b5-247a-4e2a-8e9e-2e59686e7457_SetBy">
    <vt:lpwstr>amaoj6@adient.com</vt:lpwstr>
  </property>
  <property fmtid="{D5CDD505-2E9C-101B-9397-08002B2CF9AE}" pid="14" name="MSIP_Label_060af1b5-247a-4e2a-8e9e-2e59686e7457_SetDate">
    <vt:lpwstr>2018-04-26T14:21:10.1089451+08:00</vt:lpwstr>
  </property>
  <property fmtid="{D5CDD505-2E9C-101B-9397-08002B2CF9AE}" pid="15" name="MSIP_Label_060af1b5-247a-4e2a-8e9e-2e59686e7457_Name">
    <vt:lpwstr>Yanfeng Adient-INTERNAL</vt:lpwstr>
  </property>
  <property fmtid="{D5CDD505-2E9C-101B-9397-08002B2CF9AE}" pid="16" name="MSIP_Label_060af1b5-247a-4e2a-8e9e-2e59686e7457_Application">
    <vt:lpwstr>Microsoft Azure Information Protection</vt:lpwstr>
  </property>
  <property fmtid="{D5CDD505-2E9C-101B-9397-08002B2CF9AE}" pid="17" name="MSIP_Label_060af1b5-247a-4e2a-8e9e-2e59686e7457_Extended_MSFT_Method">
    <vt:lpwstr>Automatic</vt:lpwstr>
  </property>
  <property fmtid="{D5CDD505-2E9C-101B-9397-08002B2CF9AE}" pid="18" name="MSIP_Label_060af1b5-247a-4e2a-8e9e-2e59686e7457_Parent">
    <vt:lpwstr>f5210792-6e5f-4945-9946-e33b2c1b77aa</vt:lpwstr>
  </property>
  <property fmtid="{D5CDD505-2E9C-101B-9397-08002B2CF9AE}" pid="19" name="Sensitivity">
    <vt:lpwstr>Internal Yanfeng Adient-INTERNAL</vt:lpwstr>
  </property>
  <property fmtid="{D5CDD505-2E9C-101B-9397-08002B2CF9AE}" pid="20" name="ICV">
    <vt:lpwstr>719FF4CCF5084DEEBDE55B526E1D0B3E_12</vt:lpwstr>
  </property>
  <property fmtid="{D5CDD505-2E9C-101B-9397-08002B2CF9AE}" pid="21" name="KSOProductBuildVer">
    <vt:lpwstr>2052-12.1.0.15990</vt:lpwstr>
  </property>
</Properties>
</file>